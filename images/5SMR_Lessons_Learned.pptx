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Bebas Neue"/>
      <p:regular r:id="rId29"/>
    </p:embeddedFont>
    <p:embeddedFont>
      <p:font typeface="Rubik Black"/>
      <p:bold r:id="rId30"/>
      <p:boldItalic r:id="rId31"/>
    </p:embeddedFont>
    <p:embeddedFont>
      <p:font typeface="Rubik"/>
      <p:regular r:id="rId32"/>
      <p:bold r:id="rId33"/>
      <p:italic r:id="rId34"/>
      <p:boldItalic r:id="rId35"/>
    </p:embeddedFont>
    <p:embeddedFont>
      <p:font typeface="Karla"/>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Shivani Balachanda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E609B9-CCA6-4CEB-8822-119768F26982}">
  <a:tblStyle styleId="{76E609B9-CCA6-4CEB-8822-119768F269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basNeu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ubikBlack-boldItalic.fntdata"/><Relationship Id="rId30" Type="http://schemas.openxmlformats.org/officeDocument/2006/relationships/font" Target="fonts/RubikBlack-bold.fntdata"/><Relationship Id="rId11" Type="http://schemas.openxmlformats.org/officeDocument/2006/relationships/slide" Target="slides/slide5.xml"/><Relationship Id="rId33" Type="http://schemas.openxmlformats.org/officeDocument/2006/relationships/font" Target="fonts/Rubik-bold.fntdata"/><Relationship Id="rId10" Type="http://schemas.openxmlformats.org/officeDocument/2006/relationships/slide" Target="slides/slide4.xml"/><Relationship Id="rId32" Type="http://schemas.openxmlformats.org/officeDocument/2006/relationships/font" Target="fonts/Rubik-regular.fntdata"/><Relationship Id="rId13" Type="http://schemas.openxmlformats.org/officeDocument/2006/relationships/slide" Target="slides/slide7.xml"/><Relationship Id="rId35" Type="http://schemas.openxmlformats.org/officeDocument/2006/relationships/font" Target="fonts/Rubik-boldItalic.fntdata"/><Relationship Id="rId12" Type="http://schemas.openxmlformats.org/officeDocument/2006/relationships/slide" Target="slides/slide6.xml"/><Relationship Id="rId34" Type="http://schemas.openxmlformats.org/officeDocument/2006/relationships/font" Target="fonts/Rubik-italic.fntdata"/><Relationship Id="rId15" Type="http://schemas.openxmlformats.org/officeDocument/2006/relationships/slide" Target="slides/slide9.xml"/><Relationship Id="rId37" Type="http://schemas.openxmlformats.org/officeDocument/2006/relationships/font" Target="fonts/Karla-bold.fntdata"/><Relationship Id="rId14" Type="http://schemas.openxmlformats.org/officeDocument/2006/relationships/slide" Target="slides/slide8.xml"/><Relationship Id="rId36" Type="http://schemas.openxmlformats.org/officeDocument/2006/relationships/font" Target="fonts/Karla-regular.fntdata"/><Relationship Id="rId17" Type="http://schemas.openxmlformats.org/officeDocument/2006/relationships/slide" Target="slides/slide11.xml"/><Relationship Id="rId39" Type="http://schemas.openxmlformats.org/officeDocument/2006/relationships/font" Target="fonts/Karla-boldItalic.fntdata"/><Relationship Id="rId16" Type="http://schemas.openxmlformats.org/officeDocument/2006/relationships/slide" Target="slides/slide10.xml"/><Relationship Id="rId38" Type="http://schemas.openxmlformats.org/officeDocument/2006/relationships/font" Target="fonts/Karla-italic.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6T00:02:49.502">
    <p:pos x="450" y="460"/>
    <p:text>add a graph of all our bleu scores</p:text>
  </p:cm>
  <p:cm authorId="0" idx="2" dt="2026-04-16T00:02:35.847">
    <p:pos x="450" y="460"/>
    <p:text>sam style POW animation with our total bleu score increase</p:text>
  </p:cm>
  <p:cm authorId="0" idx="3" dt="2026-04-16T00:02:49.502">
    <p:pos x="450" y="460"/>
    <p:text>next slide screenshots from azure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16T00:03:30.693">
    <p:pos x="450" y="460"/>
    <p:text>add obs from our ht report and our overall score chart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4d2792e9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4d2792e9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0860aa5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0860aa5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Karla"/>
                <a:ea typeface="Karla"/>
                <a:cs typeface="Karla"/>
                <a:sym typeface="Karla"/>
              </a:rPr>
              <a:t>The purpose of this pilot project was to estimate the resources required to train a </a:t>
            </a:r>
            <a:r>
              <a:rPr lang="en" sz="1000">
                <a:solidFill>
                  <a:schemeClr val="dk1"/>
                </a:solidFill>
                <a:latin typeface="Karla"/>
                <a:ea typeface="Karla"/>
                <a:cs typeface="Karla"/>
                <a:sym typeface="Karla"/>
              </a:rPr>
              <a:t>customized</a:t>
            </a:r>
            <a:r>
              <a:rPr lang="en" sz="1000">
                <a:solidFill>
                  <a:schemeClr val="dk1"/>
                </a:solidFill>
                <a:latin typeface="Karla"/>
                <a:ea typeface="Karla"/>
                <a:cs typeface="Karla"/>
                <a:sym typeface="Karla"/>
              </a:rPr>
              <a:t> Neural Machine Translation (NMT) engine for KO-to-EN translations of forum-style K-pop content from Korean </a:t>
            </a:r>
            <a:r>
              <a:rPr i="1" lang="en" sz="1000">
                <a:solidFill>
                  <a:schemeClr val="dk1"/>
                </a:solidFill>
                <a:latin typeface="Karla"/>
                <a:ea typeface="Karla"/>
                <a:cs typeface="Karla"/>
                <a:sym typeface="Karla"/>
              </a:rPr>
              <a:t>netizens</a:t>
            </a:r>
            <a:r>
              <a:rPr lang="en" sz="1000">
                <a:solidFill>
                  <a:schemeClr val="dk1"/>
                </a:solidFill>
                <a:latin typeface="Karla"/>
                <a:ea typeface="Karla"/>
                <a:cs typeface="Karla"/>
                <a:sym typeface="Karla"/>
              </a:rPr>
              <a:t> (“internet citizens”) on Pannchoa, Instiz, and TheQoo. A total of 6 rounds were completed using the NMT engine Microsoft Azure. </a:t>
            </a:r>
            <a:endParaRPr sz="7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25d80b41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25d80b41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ec0e8d98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ec0e8d98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Updated timeline - due to delays we agreed to push back deadline w client</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ea0dd9520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dea0dd9520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ea0dd9520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dea0dd9520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data, we found previously human translated data from these forums (theqoo and instiz) on a website called pannchoa and then went back to the source to find the original korean comments. (next slide)</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dec0e8d98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dec0e8d98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an example of the translation on pannchoa vs the original comment thread in theqoo. </a:t>
            </a:r>
            <a:r>
              <a:rPr lang="en">
                <a:solidFill>
                  <a:schemeClr val="dk1"/>
                </a:solidFill>
              </a:rPr>
              <a:t> (we talk abt this next part later so we dont have to say it here necessarily) </a:t>
            </a:r>
            <a:r>
              <a:rPr lang="en"/>
              <a:t>As you can see it was a very tedious collection process due to having to parse through the side and find the matching comments, with many deleted comments as well. You can see the frequent use of slang/abbreviations, and emoticons which we needed to keep in mind for our glossary and pemt process.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dec0e8d98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dec0e8d98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dea0dd952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dea0dd952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bleu score was fairly low from the beginning due to the difficulty of the translation task (so much slang/niche k-pop fandom terms/super informal register etc) but as we post edited we did see a slight improvement across our rounds. Post editing effort was super heavy at first but as we built our tm/glossary it sped up a little.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ec0e8d98e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dec0e8d98e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were the most common critical error cateogires we saw throughout our rounds.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dea0dd9520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dea0dd9520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want either mich/shiv can explain why some of this was mistranslated iDOL = stone etc. talk abt how we had to add kpop stan slang terms to our glossary, help maintain the informal tone/register blah blah</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ea0dd95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dea0dd95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ANTCONC :DDD TO FIND THE MOST COMMON WORDS AND CREATE A GLOSSARY  These abbreviations were super common in our text, but appeared just as letters or were omitted in our initial training rounds. as we added all of these into our termbase/tm the post editing process significantly improved as well as our custom mt.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외키 is foreigner + cockroach (usually human translated to i-roach) (international </a:t>
            </a:r>
            <a:r>
              <a:rPr lang="en"/>
              <a:t>cockroach</a:t>
            </a:r>
            <a:r>
              <a:rPr lang="en"/>
              <a:t>) (how korean kpop fans refer to foreign kpop fans)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1125d80b41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1125d80b41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def learned a lot of lessons if we were to either further train this mt in the future or undertake a similar project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dec0e8d98e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dec0e8d98e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Super difficult to parse through sites like theqoo as pannchoa’s human translated comments were not always in order/ hidden in threads of 1000+, or had since been deleted (especially controversial/hate comments by the OPs) … took way more time than we had anticipated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dec0e8d98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dec0e8d98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Comparison of pannchoa vs instiz, a lot of extra/missing comments so parsing was necessary and could not be automated with ai (we had to do it manually T_T)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dec0e8d98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dec0e8d98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dec0e8d98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dec0e8d98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ec0e8d98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dec0e8d98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de81ed97ca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de81ed97ca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dec0e8d98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dec0e8d98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was only about 30% faster than full HT because there are sometimes typos in comments, abbreviations and slang whose meaning changes overtime.</a:t>
            </a:r>
            <a:endParaRPr/>
          </a:p>
          <a:p>
            <a:pPr indent="0" lvl="0" marL="0" rtl="0" algn="l">
              <a:spcBef>
                <a:spcPts val="0"/>
              </a:spcBef>
              <a:spcAft>
                <a:spcPts val="0"/>
              </a:spcAft>
              <a:buNone/>
            </a:pPr>
            <a:r>
              <a:rPr lang="en"/>
              <a:t>Timing: Machine Translation actual cost is a little over double than the initial estimated cost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1125d80b419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1125d80b41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ec0e8d98e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dec0e8d98e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0" name="Google Shape;10;p2"/>
          <p:cNvGrpSpPr/>
          <p:nvPr/>
        </p:nvGrpSpPr>
        <p:grpSpPr>
          <a:xfrm>
            <a:off x="274200" y="274200"/>
            <a:ext cx="8687100" cy="4686600"/>
            <a:chOff x="274200" y="274200"/>
            <a:chExt cx="8687100" cy="4686600"/>
          </a:xfrm>
        </p:grpSpPr>
        <p:sp>
          <p:nvSpPr>
            <p:cNvPr id="11" name="Google Shape;11;p2"/>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274200" y="274200"/>
              <a:ext cx="8595900" cy="4595100"/>
              <a:chOff x="274200" y="274200"/>
              <a:chExt cx="8595900" cy="4595100"/>
            </a:xfrm>
          </p:grpSpPr>
          <p:grpSp>
            <p:nvGrpSpPr>
              <p:cNvPr id="13" name="Google Shape;13;p2"/>
              <p:cNvGrpSpPr/>
              <p:nvPr/>
            </p:nvGrpSpPr>
            <p:grpSpPr>
              <a:xfrm>
                <a:off x="274200" y="274200"/>
                <a:ext cx="8595900" cy="4595100"/>
                <a:chOff x="274200" y="274200"/>
                <a:chExt cx="8595900" cy="4595100"/>
              </a:xfrm>
            </p:grpSpPr>
            <p:sp>
              <p:nvSpPr>
                <p:cNvPr id="14" name="Google Shape;14;p2"/>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 name="Google Shape;15;p2"/>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16" name="Google Shape;16;p2"/>
              <p:cNvGrpSpPr/>
              <p:nvPr/>
            </p:nvGrpSpPr>
            <p:grpSpPr>
              <a:xfrm>
                <a:off x="8595300" y="365550"/>
                <a:ext cx="183000" cy="183000"/>
                <a:chOff x="8225400" y="367488"/>
                <a:chExt cx="183000" cy="183000"/>
              </a:xfrm>
            </p:grpSpPr>
            <p:cxnSp>
              <p:nvCxnSpPr>
                <p:cNvPr id="17" name="Google Shape;17;p2"/>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8" name="Google Shape;18;p2"/>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9" name="Google Shape;19;p2"/>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 name="Google Shape;20;p2"/>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21" name="Google Shape;21;p2"/>
          <p:cNvGrpSpPr/>
          <p:nvPr/>
        </p:nvGrpSpPr>
        <p:grpSpPr>
          <a:xfrm>
            <a:off x="914400" y="535100"/>
            <a:ext cx="7406700" cy="4164575"/>
            <a:chOff x="914400" y="535100"/>
            <a:chExt cx="7406700" cy="4164575"/>
          </a:xfrm>
        </p:grpSpPr>
        <p:sp>
          <p:nvSpPr>
            <p:cNvPr id="22" name="Google Shape;22;p2"/>
            <p:cNvSpPr/>
            <p:nvPr/>
          </p:nvSpPr>
          <p:spPr>
            <a:xfrm>
              <a:off x="1005900" y="626275"/>
              <a:ext cx="7315200" cy="4073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2"/>
            <p:cNvGrpSpPr/>
            <p:nvPr/>
          </p:nvGrpSpPr>
          <p:grpSpPr>
            <a:xfrm>
              <a:off x="914400" y="535100"/>
              <a:ext cx="7315200" cy="4073400"/>
              <a:chOff x="914400" y="535100"/>
              <a:chExt cx="7315200" cy="4073400"/>
            </a:xfrm>
          </p:grpSpPr>
          <p:sp>
            <p:nvSpPr>
              <p:cNvPr id="24" name="Google Shape;24;p2"/>
              <p:cNvSpPr/>
              <p:nvPr/>
            </p:nvSpPr>
            <p:spPr>
              <a:xfrm>
                <a:off x="914400" y="535100"/>
                <a:ext cx="7315200" cy="4073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2"/>
              <p:cNvGrpSpPr/>
              <p:nvPr/>
            </p:nvGrpSpPr>
            <p:grpSpPr>
              <a:xfrm>
                <a:off x="7955100" y="626350"/>
                <a:ext cx="183000" cy="183000"/>
                <a:chOff x="8225400" y="367488"/>
                <a:chExt cx="183000" cy="183000"/>
              </a:xfrm>
            </p:grpSpPr>
            <p:cxnSp>
              <p:nvCxnSpPr>
                <p:cNvPr id="26" name="Google Shape;26;p2"/>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7" name="Google Shape;27;p2"/>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8" name="Google Shape;28;p2"/>
              <p:cNvSpPr/>
              <p:nvPr/>
            </p:nvSpPr>
            <p:spPr>
              <a:xfrm>
                <a:off x="7635000" y="6263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 name="Google Shape;29;p2"/>
              <p:cNvCxnSpPr/>
              <p:nvPr/>
            </p:nvCxnSpPr>
            <p:spPr>
              <a:xfrm>
                <a:off x="7284899" y="8093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30" name="Google Shape;30;p2"/>
              <p:cNvCxnSpPr/>
              <p:nvPr/>
            </p:nvCxnSpPr>
            <p:spPr>
              <a:xfrm>
                <a:off x="916188" y="900697"/>
                <a:ext cx="7310400" cy="0"/>
              </a:xfrm>
              <a:prstGeom prst="straightConnector1">
                <a:avLst/>
              </a:prstGeom>
              <a:noFill/>
              <a:ln cap="flat" cmpd="sng" w="28575">
                <a:solidFill>
                  <a:schemeClr val="dk1"/>
                </a:solidFill>
                <a:prstDash val="solid"/>
                <a:round/>
                <a:headEnd len="med" w="med" type="none"/>
                <a:tailEnd len="med" w="med" type="none"/>
              </a:ln>
            </p:spPr>
          </p:cxnSp>
        </p:grpSp>
      </p:grpSp>
      <p:sp>
        <p:nvSpPr>
          <p:cNvPr id="31" name="Google Shape;31;p2"/>
          <p:cNvSpPr txBox="1"/>
          <p:nvPr>
            <p:ph type="ctrTitle"/>
          </p:nvPr>
        </p:nvSpPr>
        <p:spPr>
          <a:xfrm>
            <a:off x="1828800" y="1174903"/>
            <a:ext cx="5486400" cy="2469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32" name="Google Shape;32;p2"/>
          <p:cNvSpPr txBox="1"/>
          <p:nvPr>
            <p:ph idx="1" type="subTitle"/>
          </p:nvPr>
        </p:nvSpPr>
        <p:spPr>
          <a:xfrm>
            <a:off x="1828800" y="3877100"/>
            <a:ext cx="5486400" cy="3657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pic>
        <p:nvPicPr>
          <p:cNvPr id="34" name="Google Shape;34;p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5" name="Google Shape;35;p3"/>
          <p:cNvGrpSpPr/>
          <p:nvPr/>
        </p:nvGrpSpPr>
        <p:grpSpPr>
          <a:xfrm>
            <a:off x="1371300" y="742950"/>
            <a:ext cx="6492300" cy="3749100"/>
            <a:chOff x="1371300" y="742950"/>
            <a:chExt cx="6492300" cy="3749100"/>
          </a:xfrm>
        </p:grpSpPr>
        <p:sp>
          <p:nvSpPr>
            <p:cNvPr id="36" name="Google Shape;36;p3"/>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3"/>
            <p:cNvGrpSpPr/>
            <p:nvPr/>
          </p:nvGrpSpPr>
          <p:grpSpPr>
            <a:xfrm>
              <a:off x="1371300" y="742950"/>
              <a:ext cx="6401400" cy="3657600"/>
              <a:chOff x="1371300" y="742950"/>
              <a:chExt cx="6401400" cy="3657600"/>
            </a:xfrm>
          </p:grpSpPr>
          <p:sp>
            <p:nvSpPr>
              <p:cNvPr id="38" name="Google Shape;38;p3"/>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3"/>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40" name="Google Shape;40;p3"/>
              <p:cNvGrpSpPr/>
              <p:nvPr/>
            </p:nvGrpSpPr>
            <p:grpSpPr>
              <a:xfrm>
                <a:off x="7498200" y="834288"/>
                <a:ext cx="183000" cy="183000"/>
                <a:chOff x="8225400" y="367488"/>
                <a:chExt cx="183000" cy="183000"/>
              </a:xfrm>
            </p:grpSpPr>
            <p:cxnSp>
              <p:nvCxnSpPr>
                <p:cNvPr id="41" name="Google Shape;41;p3"/>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42" name="Google Shape;42;p3"/>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43" name="Google Shape;43;p3"/>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3"/>
              <p:cNvCxnSpPr/>
              <p:nvPr/>
            </p:nvCxnSpPr>
            <p:spPr>
              <a:xfrm>
                <a:off x="6827699" y="1017288"/>
                <a:ext cx="208500" cy="0"/>
              </a:xfrm>
              <a:prstGeom prst="straightConnector1">
                <a:avLst/>
              </a:prstGeom>
              <a:noFill/>
              <a:ln cap="flat" cmpd="sng" w="28575">
                <a:solidFill>
                  <a:schemeClr val="dk1"/>
                </a:solidFill>
                <a:prstDash val="solid"/>
                <a:round/>
                <a:headEnd len="med" w="med" type="none"/>
                <a:tailEnd len="med" w="med" type="none"/>
              </a:ln>
            </p:spPr>
          </p:cxnSp>
        </p:grpSp>
      </p:grpSp>
      <p:sp>
        <p:nvSpPr>
          <p:cNvPr id="45" name="Google Shape;45;p3"/>
          <p:cNvSpPr txBox="1"/>
          <p:nvPr>
            <p:ph type="title"/>
          </p:nvPr>
        </p:nvSpPr>
        <p:spPr>
          <a:xfrm>
            <a:off x="1828800" y="2114550"/>
            <a:ext cx="5486400" cy="914400"/>
          </a:xfrm>
          <a:prstGeom prst="rect">
            <a:avLst/>
          </a:prstGeom>
        </p:spPr>
        <p:txBody>
          <a:bodyPr anchorCtr="0" anchor="t"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46" name="Google Shape;46;p3"/>
          <p:cNvSpPr txBox="1"/>
          <p:nvPr>
            <p:ph hasCustomPrompt="1" idx="2" type="title"/>
          </p:nvPr>
        </p:nvSpPr>
        <p:spPr>
          <a:xfrm>
            <a:off x="947550" y="679350"/>
            <a:ext cx="1368300" cy="1371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7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7" name="Google Shape;47;p3"/>
          <p:cNvSpPr txBox="1"/>
          <p:nvPr>
            <p:ph idx="1" type="subTitle"/>
          </p:nvPr>
        </p:nvSpPr>
        <p:spPr>
          <a:xfrm>
            <a:off x="2286000" y="3952891"/>
            <a:ext cx="45720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pic>
        <p:nvPicPr>
          <p:cNvPr id="49" name="Google Shape;49;p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50" name="Google Shape;50;p4"/>
          <p:cNvGrpSpPr/>
          <p:nvPr/>
        </p:nvGrpSpPr>
        <p:grpSpPr>
          <a:xfrm>
            <a:off x="274200" y="274200"/>
            <a:ext cx="8687100" cy="4686600"/>
            <a:chOff x="274200" y="274200"/>
            <a:chExt cx="8687100" cy="4686600"/>
          </a:xfrm>
        </p:grpSpPr>
        <p:sp>
          <p:nvSpPr>
            <p:cNvPr id="51" name="Google Shape;51;p4"/>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 name="Google Shape;52;p4"/>
            <p:cNvGrpSpPr/>
            <p:nvPr/>
          </p:nvGrpSpPr>
          <p:grpSpPr>
            <a:xfrm>
              <a:off x="274200" y="274200"/>
              <a:ext cx="8595900" cy="4595100"/>
              <a:chOff x="274200" y="274200"/>
              <a:chExt cx="8595900" cy="4595100"/>
            </a:xfrm>
          </p:grpSpPr>
          <p:grpSp>
            <p:nvGrpSpPr>
              <p:cNvPr id="53" name="Google Shape;53;p4"/>
              <p:cNvGrpSpPr/>
              <p:nvPr/>
            </p:nvGrpSpPr>
            <p:grpSpPr>
              <a:xfrm>
                <a:off x="274200" y="274200"/>
                <a:ext cx="8595900" cy="4595100"/>
                <a:chOff x="274200" y="274200"/>
                <a:chExt cx="8595900" cy="4595100"/>
              </a:xfrm>
            </p:grpSpPr>
            <p:sp>
              <p:nvSpPr>
                <p:cNvPr id="54" name="Google Shape;54;p4"/>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 name="Google Shape;55;p4"/>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56" name="Google Shape;56;p4"/>
              <p:cNvGrpSpPr/>
              <p:nvPr/>
            </p:nvGrpSpPr>
            <p:grpSpPr>
              <a:xfrm>
                <a:off x="8595300" y="365550"/>
                <a:ext cx="183000" cy="183000"/>
                <a:chOff x="8225400" y="367488"/>
                <a:chExt cx="183000" cy="183000"/>
              </a:xfrm>
            </p:grpSpPr>
            <p:cxnSp>
              <p:nvCxnSpPr>
                <p:cNvPr id="57" name="Google Shape;57;p4"/>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58" name="Google Shape;58;p4"/>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59" name="Google Shape;59;p4"/>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 name="Google Shape;60;p4"/>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61" name="Google Shape;61;p4"/>
          <p:cNvSpPr txBox="1"/>
          <p:nvPr>
            <p:ph type="title"/>
          </p:nvPr>
        </p:nvSpPr>
        <p:spPr>
          <a:xfrm>
            <a:off x="715100" y="731400"/>
            <a:ext cx="7713900" cy="68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62" name="Google Shape;62;p4"/>
          <p:cNvSpPr txBox="1"/>
          <p:nvPr>
            <p:ph idx="1" type="body"/>
          </p:nvPr>
        </p:nvSpPr>
        <p:spPr>
          <a:xfrm>
            <a:off x="715100" y="1417200"/>
            <a:ext cx="7713900" cy="3657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Char char="●"/>
              <a:defRPr sz="1100"/>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pic>
        <p:nvPicPr>
          <p:cNvPr id="64" name="Google Shape;64;p5"/>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65" name="Google Shape;65;p5"/>
          <p:cNvGrpSpPr/>
          <p:nvPr/>
        </p:nvGrpSpPr>
        <p:grpSpPr>
          <a:xfrm>
            <a:off x="274200" y="274200"/>
            <a:ext cx="8687100" cy="4686600"/>
            <a:chOff x="274200" y="274200"/>
            <a:chExt cx="8687100" cy="4686600"/>
          </a:xfrm>
        </p:grpSpPr>
        <p:sp>
          <p:nvSpPr>
            <p:cNvPr id="66" name="Google Shape;66;p5"/>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5"/>
            <p:cNvGrpSpPr/>
            <p:nvPr/>
          </p:nvGrpSpPr>
          <p:grpSpPr>
            <a:xfrm>
              <a:off x="274200" y="274200"/>
              <a:ext cx="8595900" cy="4595100"/>
              <a:chOff x="274200" y="274200"/>
              <a:chExt cx="8595900" cy="4595100"/>
            </a:xfrm>
          </p:grpSpPr>
          <p:grpSp>
            <p:nvGrpSpPr>
              <p:cNvPr id="68" name="Google Shape;68;p5"/>
              <p:cNvGrpSpPr/>
              <p:nvPr/>
            </p:nvGrpSpPr>
            <p:grpSpPr>
              <a:xfrm>
                <a:off x="274200" y="274200"/>
                <a:ext cx="8595900" cy="4595100"/>
                <a:chOff x="274200" y="274200"/>
                <a:chExt cx="8595900" cy="4595100"/>
              </a:xfrm>
            </p:grpSpPr>
            <p:sp>
              <p:nvSpPr>
                <p:cNvPr id="69" name="Google Shape;69;p5"/>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5"/>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71" name="Google Shape;71;p5"/>
              <p:cNvGrpSpPr/>
              <p:nvPr/>
            </p:nvGrpSpPr>
            <p:grpSpPr>
              <a:xfrm>
                <a:off x="8595300" y="365550"/>
                <a:ext cx="183000" cy="183000"/>
                <a:chOff x="8225400" y="367488"/>
                <a:chExt cx="183000" cy="183000"/>
              </a:xfrm>
            </p:grpSpPr>
            <p:cxnSp>
              <p:nvCxnSpPr>
                <p:cNvPr id="72" name="Google Shape;72;p5"/>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73" name="Google Shape;73;p5"/>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74" name="Google Shape;74;p5"/>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 name="Google Shape;75;p5"/>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76" name="Google Shape;76;p5"/>
          <p:cNvSpPr txBox="1"/>
          <p:nvPr>
            <p:ph idx="1" type="subTitle"/>
          </p:nvPr>
        </p:nvSpPr>
        <p:spPr>
          <a:xfrm>
            <a:off x="2639725" y="2147800"/>
            <a:ext cx="1566300" cy="81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7" name="Google Shape;77;p5"/>
          <p:cNvSpPr txBox="1"/>
          <p:nvPr>
            <p:ph idx="2" type="subTitle"/>
          </p:nvPr>
        </p:nvSpPr>
        <p:spPr>
          <a:xfrm>
            <a:off x="6682288" y="2147800"/>
            <a:ext cx="1563600" cy="813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8" name="Google Shape;78;p5"/>
          <p:cNvSpPr txBox="1"/>
          <p:nvPr>
            <p:ph idx="3" type="subTitle"/>
          </p:nvPr>
        </p:nvSpPr>
        <p:spPr>
          <a:xfrm>
            <a:off x="2639725" y="2892425"/>
            <a:ext cx="1566300" cy="82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 name="Google Shape;79;p5"/>
          <p:cNvSpPr txBox="1"/>
          <p:nvPr>
            <p:ph idx="4" type="subTitle"/>
          </p:nvPr>
        </p:nvSpPr>
        <p:spPr>
          <a:xfrm>
            <a:off x="6682288" y="2892425"/>
            <a:ext cx="1563600" cy="82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 name="Google Shape;80;p5"/>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pic>
        <p:nvPicPr>
          <p:cNvPr id="82" name="Google Shape;82;p6"/>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83" name="Google Shape;83;p6"/>
          <p:cNvGrpSpPr/>
          <p:nvPr/>
        </p:nvGrpSpPr>
        <p:grpSpPr>
          <a:xfrm>
            <a:off x="274200" y="274200"/>
            <a:ext cx="8687100" cy="4686600"/>
            <a:chOff x="274200" y="274200"/>
            <a:chExt cx="8687100" cy="4686600"/>
          </a:xfrm>
        </p:grpSpPr>
        <p:sp>
          <p:nvSpPr>
            <p:cNvPr id="84" name="Google Shape;84;p6"/>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6"/>
            <p:cNvGrpSpPr/>
            <p:nvPr/>
          </p:nvGrpSpPr>
          <p:grpSpPr>
            <a:xfrm>
              <a:off x="274200" y="274200"/>
              <a:ext cx="8595900" cy="4595100"/>
              <a:chOff x="274200" y="274200"/>
              <a:chExt cx="8595900" cy="4595100"/>
            </a:xfrm>
          </p:grpSpPr>
          <p:grpSp>
            <p:nvGrpSpPr>
              <p:cNvPr id="86" name="Google Shape;86;p6"/>
              <p:cNvGrpSpPr/>
              <p:nvPr/>
            </p:nvGrpSpPr>
            <p:grpSpPr>
              <a:xfrm>
                <a:off x="274200" y="274200"/>
                <a:ext cx="8595900" cy="4595100"/>
                <a:chOff x="274200" y="274200"/>
                <a:chExt cx="8595900" cy="4595100"/>
              </a:xfrm>
            </p:grpSpPr>
            <p:sp>
              <p:nvSpPr>
                <p:cNvPr id="87" name="Google Shape;87;p6"/>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6"/>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89" name="Google Shape;89;p6"/>
              <p:cNvGrpSpPr/>
              <p:nvPr/>
            </p:nvGrpSpPr>
            <p:grpSpPr>
              <a:xfrm>
                <a:off x="8595300" y="365550"/>
                <a:ext cx="183000" cy="183000"/>
                <a:chOff x="8225400" y="367488"/>
                <a:chExt cx="183000" cy="183000"/>
              </a:xfrm>
            </p:grpSpPr>
            <p:cxnSp>
              <p:nvCxnSpPr>
                <p:cNvPr id="90" name="Google Shape;90;p6"/>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91" name="Google Shape;91;p6"/>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92" name="Google Shape;92;p6"/>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 name="Google Shape;93;p6"/>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94" name="Google Shape;94;p6"/>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pic>
        <p:nvPicPr>
          <p:cNvPr id="96" name="Google Shape;96;p7"/>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97" name="Google Shape;97;p7"/>
          <p:cNvGrpSpPr/>
          <p:nvPr/>
        </p:nvGrpSpPr>
        <p:grpSpPr>
          <a:xfrm>
            <a:off x="1438985" y="535000"/>
            <a:ext cx="5919000" cy="4425900"/>
            <a:chOff x="274200" y="274200"/>
            <a:chExt cx="5919000" cy="4425900"/>
          </a:xfrm>
        </p:grpSpPr>
        <p:sp>
          <p:nvSpPr>
            <p:cNvPr id="98" name="Google Shape;98;p7"/>
            <p:cNvSpPr/>
            <p:nvPr/>
          </p:nvSpPr>
          <p:spPr>
            <a:xfrm>
              <a:off x="365700" y="365700"/>
              <a:ext cx="5827500" cy="4334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7"/>
            <p:cNvGrpSpPr/>
            <p:nvPr/>
          </p:nvGrpSpPr>
          <p:grpSpPr>
            <a:xfrm>
              <a:off x="274200" y="274200"/>
              <a:ext cx="5827500" cy="4334400"/>
              <a:chOff x="274200" y="274200"/>
              <a:chExt cx="5827500" cy="4334400"/>
            </a:xfrm>
          </p:grpSpPr>
          <p:sp>
            <p:nvSpPr>
              <p:cNvPr id="100" name="Google Shape;100;p7"/>
              <p:cNvSpPr/>
              <p:nvPr/>
            </p:nvSpPr>
            <p:spPr>
              <a:xfrm>
                <a:off x="274200" y="274200"/>
                <a:ext cx="5827500" cy="4334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 name="Google Shape;101;p7"/>
              <p:cNvGrpSpPr/>
              <p:nvPr/>
            </p:nvGrpSpPr>
            <p:grpSpPr>
              <a:xfrm>
                <a:off x="5827100" y="365450"/>
                <a:ext cx="183000" cy="183000"/>
                <a:chOff x="8225400" y="367488"/>
                <a:chExt cx="183000" cy="183000"/>
              </a:xfrm>
            </p:grpSpPr>
            <p:cxnSp>
              <p:nvCxnSpPr>
                <p:cNvPr id="102" name="Google Shape;102;p7"/>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03" name="Google Shape;103;p7"/>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04" name="Google Shape;104;p7"/>
              <p:cNvSpPr/>
              <p:nvPr/>
            </p:nvSpPr>
            <p:spPr>
              <a:xfrm>
                <a:off x="5507000" y="3654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 name="Google Shape;105;p7"/>
              <p:cNvCxnSpPr/>
              <p:nvPr/>
            </p:nvCxnSpPr>
            <p:spPr>
              <a:xfrm>
                <a:off x="5156899" y="5484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106" name="Google Shape;106;p7"/>
              <p:cNvCxnSpPr/>
              <p:nvPr/>
            </p:nvCxnSpPr>
            <p:spPr>
              <a:xfrm>
                <a:off x="283500" y="639800"/>
                <a:ext cx="58152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107" name="Google Shape;107;p7"/>
          <p:cNvGrpSpPr/>
          <p:nvPr/>
        </p:nvGrpSpPr>
        <p:grpSpPr>
          <a:xfrm>
            <a:off x="274200" y="274200"/>
            <a:ext cx="5919000" cy="4425900"/>
            <a:chOff x="274200" y="274200"/>
            <a:chExt cx="5919000" cy="4425900"/>
          </a:xfrm>
        </p:grpSpPr>
        <p:sp>
          <p:nvSpPr>
            <p:cNvPr id="108" name="Google Shape;108;p7"/>
            <p:cNvSpPr/>
            <p:nvPr/>
          </p:nvSpPr>
          <p:spPr>
            <a:xfrm>
              <a:off x="365700" y="365700"/>
              <a:ext cx="5827500" cy="4334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7"/>
            <p:cNvGrpSpPr/>
            <p:nvPr/>
          </p:nvGrpSpPr>
          <p:grpSpPr>
            <a:xfrm>
              <a:off x="274200" y="274200"/>
              <a:ext cx="5827500" cy="4334400"/>
              <a:chOff x="274200" y="274200"/>
              <a:chExt cx="5827500" cy="4334400"/>
            </a:xfrm>
          </p:grpSpPr>
          <p:sp>
            <p:nvSpPr>
              <p:cNvPr id="110" name="Google Shape;110;p7"/>
              <p:cNvSpPr/>
              <p:nvPr/>
            </p:nvSpPr>
            <p:spPr>
              <a:xfrm>
                <a:off x="274200" y="274200"/>
                <a:ext cx="5827500" cy="4334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7"/>
              <p:cNvGrpSpPr/>
              <p:nvPr/>
            </p:nvGrpSpPr>
            <p:grpSpPr>
              <a:xfrm>
                <a:off x="5827100" y="365450"/>
                <a:ext cx="183000" cy="183000"/>
                <a:chOff x="8225400" y="367488"/>
                <a:chExt cx="183000" cy="183000"/>
              </a:xfrm>
            </p:grpSpPr>
            <p:cxnSp>
              <p:nvCxnSpPr>
                <p:cNvPr id="112" name="Google Shape;112;p7"/>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13" name="Google Shape;113;p7"/>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14" name="Google Shape;114;p7"/>
              <p:cNvSpPr/>
              <p:nvPr/>
            </p:nvSpPr>
            <p:spPr>
              <a:xfrm>
                <a:off x="5507000" y="3654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 name="Google Shape;115;p7"/>
              <p:cNvCxnSpPr/>
              <p:nvPr/>
            </p:nvCxnSpPr>
            <p:spPr>
              <a:xfrm>
                <a:off x="5156899" y="5484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116" name="Google Shape;116;p7"/>
              <p:cNvCxnSpPr/>
              <p:nvPr/>
            </p:nvCxnSpPr>
            <p:spPr>
              <a:xfrm>
                <a:off x="283500" y="639800"/>
                <a:ext cx="5815200" cy="0"/>
              </a:xfrm>
              <a:prstGeom prst="straightConnector1">
                <a:avLst/>
              </a:prstGeom>
              <a:noFill/>
              <a:ln cap="flat" cmpd="sng" w="28575">
                <a:solidFill>
                  <a:schemeClr val="dk1"/>
                </a:solidFill>
                <a:prstDash val="solid"/>
                <a:round/>
                <a:headEnd len="med" w="med" type="none"/>
                <a:tailEnd len="med" w="med" type="none"/>
              </a:ln>
            </p:spPr>
          </p:cxnSp>
        </p:grpSp>
      </p:grpSp>
      <p:sp>
        <p:nvSpPr>
          <p:cNvPr id="117" name="Google Shape;117;p7"/>
          <p:cNvSpPr txBox="1"/>
          <p:nvPr>
            <p:ph type="title"/>
          </p:nvPr>
        </p:nvSpPr>
        <p:spPr>
          <a:xfrm>
            <a:off x="714250" y="731525"/>
            <a:ext cx="5015700" cy="68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500"/>
              <a:buNone/>
              <a:defRPr/>
            </a:lvl1pPr>
            <a:lvl2pPr lvl="1" rtl="0">
              <a:lnSpc>
                <a:spcPct val="100000"/>
              </a:lnSpc>
              <a:spcBef>
                <a:spcPts val="0"/>
              </a:spcBef>
              <a:spcAft>
                <a:spcPts val="0"/>
              </a:spcAft>
              <a:buSzPts val="3500"/>
              <a:buNone/>
              <a:defRPr/>
            </a:lvl2pPr>
            <a:lvl3pPr lvl="2" rtl="0">
              <a:lnSpc>
                <a:spcPct val="100000"/>
              </a:lnSpc>
              <a:spcBef>
                <a:spcPts val="0"/>
              </a:spcBef>
              <a:spcAft>
                <a:spcPts val="0"/>
              </a:spcAft>
              <a:buSzPts val="3500"/>
              <a:buNone/>
              <a:defRPr/>
            </a:lvl3pPr>
            <a:lvl4pPr lvl="3" rtl="0">
              <a:lnSpc>
                <a:spcPct val="100000"/>
              </a:lnSpc>
              <a:spcBef>
                <a:spcPts val="0"/>
              </a:spcBef>
              <a:spcAft>
                <a:spcPts val="0"/>
              </a:spcAft>
              <a:buSzPts val="3500"/>
              <a:buNone/>
              <a:defRPr/>
            </a:lvl4pPr>
            <a:lvl5pPr lvl="4" rtl="0">
              <a:lnSpc>
                <a:spcPct val="100000"/>
              </a:lnSpc>
              <a:spcBef>
                <a:spcPts val="0"/>
              </a:spcBef>
              <a:spcAft>
                <a:spcPts val="0"/>
              </a:spcAft>
              <a:buSzPts val="3500"/>
              <a:buNone/>
              <a:defRPr/>
            </a:lvl5pPr>
            <a:lvl6pPr lvl="5" rtl="0">
              <a:lnSpc>
                <a:spcPct val="100000"/>
              </a:lnSpc>
              <a:spcBef>
                <a:spcPts val="0"/>
              </a:spcBef>
              <a:spcAft>
                <a:spcPts val="0"/>
              </a:spcAft>
              <a:buSzPts val="3500"/>
              <a:buNone/>
              <a:defRPr/>
            </a:lvl6pPr>
            <a:lvl7pPr lvl="6" rtl="0">
              <a:lnSpc>
                <a:spcPct val="100000"/>
              </a:lnSpc>
              <a:spcBef>
                <a:spcPts val="0"/>
              </a:spcBef>
              <a:spcAft>
                <a:spcPts val="0"/>
              </a:spcAft>
              <a:buSzPts val="3500"/>
              <a:buNone/>
              <a:defRPr/>
            </a:lvl7pPr>
            <a:lvl8pPr lvl="7" rtl="0">
              <a:lnSpc>
                <a:spcPct val="100000"/>
              </a:lnSpc>
              <a:spcBef>
                <a:spcPts val="0"/>
              </a:spcBef>
              <a:spcAft>
                <a:spcPts val="0"/>
              </a:spcAft>
              <a:buSzPts val="3500"/>
              <a:buNone/>
              <a:defRPr/>
            </a:lvl8pPr>
            <a:lvl9pPr lvl="8" rtl="0">
              <a:lnSpc>
                <a:spcPct val="100000"/>
              </a:lnSpc>
              <a:spcBef>
                <a:spcPts val="0"/>
              </a:spcBef>
              <a:spcAft>
                <a:spcPts val="0"/>
              </a:spcAft>
              <a:buSzPts val="3500"/>
              <a:buNone/>
              <a:defRPr/>
            </a:lvl9pPr>
          </a:lstStyle>
          <a:p/>
        </p:txBody>
      </p:sp>
      <p:sp>
        <p:nvSpPr>
          <p:cNvPr id="118" name="Google Shape;118;p7"/>
          <p:cNvSpPr txBox="1"/>
          <p:nvPr>
            <p:ph idx="1" type="body"/>
          </p:nvPr>
        </p:nvSpPr>
        <p:spPr>
          <a:xfrm>
            <a:off x="715850" y="1600325"/>
            <a:ext cx="5019900" cy="2564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9" name="Shape 119"/>
        <p:cNvGrpSpPr/>
        <p:nvPr/>
      </p:nvGrpSpPr>
      <p:grpSpPr>
        <a:xfrm>
          <a:off x="0" y="0"/>
          <a:ext cx="0" cy="0"/>
          <a:chOff x="0" y="0"/>
          <a:chExt cx="0" cy="0"/>
        </a:xfrm>
      </p:grpSpPr>
      <p:pic>
        <p:nvPicPr>
          <p:cNvPr id="120" name="Google Shape;120;p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21" name="Google Shape;121;p8"/>
          <p:cNvGrpSpPr/>
          <p:nvPr/>
        </p:nvGrpSpPr>
        <p:grpSpPr>
          <a:xfrm>
            <a:off x="2028115" y="535000"/>
            <a:ext cx="6492300" cy="3749100"/>
            <a:chOff x="1371300" y="742950"/>
            <a:chExt cx="6492300" cy="3749100"/>
          </a:xfrm>
        </p:grpSpPr>
        <p:sp>
          <p:nvSpPr>
            <p:cNvPr id="122" name="Google Shape;122;p8"/>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8"/>
            <p:cNvGrpSpPr/>
            <p:nvPr/>
          </p:nvGrpSpPr>
          <p:grpSpPr>
            <a:xfrm>
              <a:off x="1371300" y="742950"/>
              <a:ext cx="6401400" cy="3657600"/>
              <a:chOff x="1371300" y="742950"/>
              <a:chExt cx="6401400" cy="3657600"/>
            </a:xfrm>
          </p:grpSpPr>
          <p:sp>
            <p:nvSpPr>
              <p:cNvPr id="124" name="Google Shape;124;p8"/>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 name="Google Shape;125;p8"/>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126" name="Google Shape;126;p8"/>
              <p:cNvGrpSpPr/>
              <p:nvPr/>
            </p:nvGrpSpPr>
            <p:grpSpPr>
              <a:xfrm>
                <a:off x="7498200" y="834288"/>
                <a:ext cx="183000" cy="183000"/>
                <a:chOff x="8225400" y="367488"/>
                <a:chExt cx="183000" cy="183000"/>
              </a:xfrm>
            </p:grpSpPr>
            <p:cxnSp>
              <p:nvCxnSpPr>
                <p:cNvPr id="127" name="Google Shape;127;p8"/>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28" name="Google Shape;128;p8"/>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29" name="Google Shape;129;p8"/>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8"/>
              <p:cNvCxnSpPr/>
              <p:nvPr/>
            </p:nvCxnSpPr>
            <p:spPr>
              <a:xfrm>
                <a:off x="6827699" y="1017288"/>
                <a:ext cx="2130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131" name="Google Shape;131;p8"/>
          <p:cNvGrpSpPr/>
          <p:nvPr/>
        </p:nvGrpSpPr>
        <p:grpSpPr>
          <a:xfrm>
            <a:off x="1371300" y="742950"/>
            <a:ext cx="6492300" cy="3749100"/>
            <a:chOff x="1371300" y="742950"/>
            <a:chExt cx="6492300" cy="3749100"/>
          </a:xfrm>
        </p:grpSpPr>
        <p:sp>
          <p:nvSpPr>
            <p:cNvPr id="132" name="Google Shape;132;p8"/>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8"/>
            <p:cNvGrpSpPr/>
            <p:nvPr/>
          </p:nvGrpSpPr>
          <p:grpSpPr>
            <a:xfrm>
              <a:off x="1371300" y="742950"/>
              <a:ext cx="6401400" cy="3657600"/>
              <a:chOff x="1371300" y="742950"/>
              <a:chExt cx="6401400" cy="3657600"/>
            </a:xfrm>
          </p:grpSpPr>
          <p:sp>
            <p:nvSpPr>
              <p:cNvPr id="134" name="Google Shape;134;p8"/>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 name="Google Shape;135;p8"/>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136" name="Google Shape;136;p8"/>
              <p:cNvGrpSpPr/>
              <p:nvPr/>
            </p:nvGrpSpPr>
            <p:grpSpPr>
              <a:xfrm>
                <a:off x="7498200" y="834288"/>
                <a:ext cx="183000" cy="183000"/>
                <a:chOff x="8225400" y="367488"/>
                <a:chExt cx="183000" cy="183000"/>
              </a:xfrm>
            </p:grpSpPr>
            <p:cxnSp>
              <p:nvCxnSpPr>
                <p:cNvPr id="137" name="Google Shape;137;p8"/>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38" name="Google Shape;138;p8"/>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39" name="Google Shape;139;p8"/>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 name="Google Shape;140;p8"/>
              <p:cNvCxnSpPr/>
              <p:nvPr/>
            </p:nvCxnSpPr>
            <p:spPr>
              <a:xfrm>
                <a:off x="6827699" y="1017288"/>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141" name="Google Shape;141;p8"/>
          <p:cNvSpPr txBox="1"/>
          <p:nvPr>
            <p:ph type="title"/>
          </p:nvPr>
        </p:nvSpPr>
        <p:spPr>
          <a:xfrm>
            <a:off x="1828800" y="1307100"/>
            <a:ext cx="5486400" cy="274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2" name="Shape 142"/>
        <p:cNvGrpSpPr/>
        <p:nvPr/>
      </p:nvGrpSpPr>
      <p:grpSpPr>
        <a:xfrm>
          <a:off x="0" y="0"/>
          <a:ext cx="0" cy="0"/>
          <a:chOff x="0" y="0"/>
          <a:chExt cx="0" cy="0"/>
        </a:xfrm>
      </p:grpSpPr>
      <p:pic>
        <p:nvPicPr>
          <p:cNvPr id="143" name="Google Shape;143;p9"/>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44" name="Google Shape;144;p9"/>
          <p:cNvGrpSpPr/>
          <p:nvPr/>
        </p:nvGrpSpPr>
        <p:grpSpPr>
          <a:xfrm>
            <a:off x="2025281" y="535000"/>
            <a:ext cx="6492300" cy="3749100"/>
            <a:chOff x="1371300" y="742950"/>
            <a:chExt cx="6492300" cy="3749100"/>
          </a:xfrm>
        </p:grpSpPr>
        <p:sp>
          <p:nvSpPr>
            <p:cNvPr id="145" name="Google Shape;145;p9"/>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9"/>
            <p:cNvGrpSpPr/>
            <p:nvPr/>
          </p:nvGrpSpPr>
          <p:grpSpPr>
            <a:xfrm>
              <a:off x="1371300" y="742950"/>
              <a:ext cx="6401400" cy="3657600"/>
              <a:chOff x="1371300" y="742950"/>
              <a:chExt cx="6401400" cy="3657600"/>
            </a:xfrm>
          </p:grpSpPr>
          <p:sp>
            <p:nvSpPr>
              <p:cNvPr id="147" name="Google Shape;147;p9"/>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 name="Google Shape;148;p9"/>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149" name="Google Shape;149;p9"/>
              <p:cNvGrpSpPr/>
              <p:nvPr/>
            </p:nvGrpSpPr>
            <p:grpSpPr>
              <a:xfrm>
                <a:off x="7498200" y="834288"/>
                <a:ext cx="183000" cy="183000"/>
                <a:chOff x="8225400" y="367488"/>
                <a:chExt cx="183000" cy="183000"/>
              </a:xfrm>
            </p:grpSpPr>
            <p:cxnSp>
              <p:nvCxnSpPr>
                <p:cNvPr id="150" name="Google Shape;150;p9"/>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51" name="Google Shape;151;p9"/>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52" name="Google Shape;152;p9"/>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 name="Google Shape;153;p9"/>
              <p:cNvCxnSpPr/>
              <p:nvPr/>
            </p:nvCxnSpPr>
            <p:spPr>
              <a:xfrm>
                <a:off x="6827699" y="1017288"/>
                <a:ext cx="2130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154" name="Google Shape;154;p9"/>
          <p:cNvGrpSpPr/>
          <p:nvPr/>
        </p:nvGrpSpPr>
        <p:grpSpPr>
          <a:xfrm>
            <a:off x="1371300" y="742950"/>
            <a:ext cx="6492300" cy="3749100"/>
            <a:chOff x="1371300" y="742950"/>
            <a:chExt cx="6492300" cy="3749100"/>
          </a:xfrm>
        </p:grpSpPr>
        <p:sp>
          <p:nvSpPr>
            <p:cNvPr id="155" name="Google Shape;155;p9"/>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9"/>
            <p:cNvGrpSpPr/>
            <p:nvPr/>
          </p:nvGrpSpPr>
          <p:grpSpPr>
            <a:xfrm>
              <a:off x="1371300" y="742950"/>
              <a:ext cx="6401400" cy="3657600"/>
              <a:chOff x="1371300" y="742950"/>
              <a:chExt cx="6401400" cy="3657600"/>
            </a:xfrm>
          </p:grpSpPr>
          <p:sp>
            <p:nvSpPr>
              <p:cNvPr id="157" name="Google Shape;157;p9"/>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8" name="Google Shape;158;p9"/>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159" name="Google Shape;159;p9"/>
              <p:cNvGrpSpPr/>
              <p:nvPr/>
            </p:nvGrpSpPr>
            <p:grpSpPr>
              <a:xfrm>
                <a:off x="7498200" y="834288"/>
                <a:ext cx="183000" cy="183000"/>
                <a:chOff x="8225400" y="367488"/>
                <a:chExt cx="183000" cy="183000"/>
              </a:xfrm>
            </p:grpSpPr>
            <p:cxnSp>
              <p:nvCxnSpPr>
                <p:cNvPr id="160" name="Google Shape;160;p9"/>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61" name="Google Shape;161;p9"/>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62" name="Google Shape;162;p9"/>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 name="Google Shape;163;p9"/>
              <p:cNvCxnSpPr/>
              <p:nvPr/>
            </p:nvCxnSpPr>
            <p:spPr>
              <a:xfrm>
                <a:off x="6827699" y="1017288"/>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164" name="Google Shape;164;p9"/>
          <p:cNvSpPr txBox="1"/>
          <p:nvPr>
            <p:ph type="title"/>
          </p:nvPr>
        </p:nvSpPr>
        <p:spPr>
          <a:xfrm>
            <a:off x="2057400" y="1680088"/>
            <a:ext cx="50292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5" name="Google Shape;165;p9"/>
          <p:cNvSpPr txBox="1"/>
          <p:nvPr>
            <p:ph idx="1" type="subTitle"/>
          </p:nvPr>
        </p:nvSpPr>
        <p:spPr>
          <a:xfrm>
            <a:off x="2057400" y="2549013"/>
            <a:ext cx="50292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6" name="Shape 166"/>
        <p:cNvGrpSpPr/>
        <p:nvPr/>
      </p:nvGrpSpPr>
      <p:grpSpPr>
        <a:xfrm>
          <a:off x="0" y="0"/>
          <a:ext cx="0" cy="0"/>
          <a:chOff x="0" y="0"/>
          <a:chExt cx="0" cy="0"/>
        </a:xfrm>
      </p:grpSpPr>
      <p:sp>
        <p:nvSpPr>
          <p:cNvPr id="167" name="Google Shape;167;p10"/>
          <p:cNvSpPr txBox="1"/>
          <p:nvPr>
            <p:ph type="title"/>
          </p:nvPr>
        </p:nvSpPr>
        <p:spPr>
          <a:xfrm>
            <a:off x="715100" y="3968300"/>
            <a:ext cx="7713900" cy="640200"/>
          </a:xfrm>
          <a:prstGeom prst="rect">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500"/>
              <a:buNone/>
              <a:defRPr sz="24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8" name="Shape 168"/>
        <p:cNvGrpSpPr/>
        <p:nvPr/>
      </p:nvGrpSpPr>
      <p:grpSpPr>
        <a:xfrm>
          <a:off x="0" y="0"/>
          <a:ext cx="0" cy="0"/>
          <a:chOff x="0" y="0"/>
          <a:chExt cx="0" cy="0"/>
        </a:xfrm>
      </p:grpSpPr>
      <p:pic>
        <p:nvPicPr>
          <p:cNvPr id="169" name="Google Shape;169;p11"/>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70" name="Google Shape;170;p11"/>
          <p:cNvGrpSpPr/>
          <p:nvPr/>
        </p:nvGrpSpPr>
        <p:grpSpPr>
          <a:xfrm>
            <a:off x="914400" y="535100"/>
            <a:ext cx="7406700" cy="4164575"/>
            <a:chOff x="914400" y="535100"/>
            <a:chExt cx="7406700" cy="4164575"/>
          </a:xfrm>
        </p:grpSpPr>
        <p:sp>
          <p:nvSpPr>
            <p:cNvPr id="171" name="Google Shape;171;p11"/>
            <p:cNvSpPr/>
            <p:nvPr/>
          </p:nvSpPr>
          <p:spPr>
            <a:xfrm>
              <a:off x="1005900" y="626275"/>
              <a:ext cx="7315200" cy="4073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p11"/>
            <p:cNvGrpSpPr/>
            <p:nvPr/>
          </p:nvGrpSpPr>
          <p:grpSpPr>
            <a:xfrm>
              <a:off x="914400" y="535100"/>
              <a:ext cx="7315200" cy="4073400"/>
              <a:chOff x="914400" y="535100"/>
              <a:chExt cx="7315200" cy="4073400"/>
            </a:xfrm>
          </p:grpSpPr>
          <p:sp>
            <p:nvSpPr>
              <p:cNvPr id="173" name="Google Shape;173;p11"/>
              <p:cNvSpPr/>
              <p:nvPr/>
            </p:nvSpPr>
            <p:spPr>
              <a:xfrm>
                <a:off x="914400" y="535100"/>
                <a:ext cx="7315200" cy="4073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11"/>
              <p:cNvGrpSpPr/>
              <p:nvPr/>
            </p:nvGrpSpPr>
            <p:grpSpPr>
              <a:xfrm>
                <a:off x="7955100" y="626350"/>
                <a:ext cx="183000" cy="183000"/>
                <a:chOff x="8225400" y="367488"/>
                <a:chExt cx="183000" cy="183000"/>
              </a:xfrm>
            </p:grpSpPr>
            <p:cxnSp>
              <p:nvCxnSpPr>
                <p:cNvPr id="175" name="Google Shape;175;p11"/>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76" name="Google Shape;176;p11"/>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77" name="Google Shape;177;p11"/>
              <p:cNvSpPr/>
              <p:nvPr/>
            </p:nvSpPr>
            <p:spPr>
              <a:xfrm>
                <a:off x="7635000" y="6263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8" name="Google Shape;178;p11"/>
              <p:cNvCxnSpPr/>
              <p:nvPr/>
            </p:nvCxnSpPr>
            <p:spPr>
              <a:xfrm>
                <a:off x="7284899" y="8093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179" name="Google Shape;179;p11"/>
              <p:cNvCxnSpPr/>
              <p:nvPr/>
            </p:nvCxnSpPr>
            <p:spPr>
              <a:xfrm>
                <a:off x="916188" y="900697"/>
                <a:ext cx="7310400" cy="0"/>
              </a:xfrm>
              <a:prstGeom prst="straightConnector1">
                <a:avLst/>
              </a:prstGeom>
              <a:noFill/>
              <a:ln cap="flat" cmpd="sng" w="28575">
                <a:solidFill>
                  <a:schemeClr val="dk1"/>
                </a:solidFill>
                <a:prstDash val="solid"/>
                <a:round/>
                <a:headEnd len="med" w="med" type="none"/>
                <a:tailEnd len="med" w="med" type="none"/>
              </a:ln>
            </p:spPr>
          </p:cxnSp>
        </p:grpSp>
      </p:grpSp>
      <p:sp>
        <p:nvSpPr>
          <p:cNvPr id="180" name="Google Shape;180;p11"/>
          <p:cNvSpPr txBox="1"/>
          <p:nvPr>
            <p:ph hasCustomPrompt="1" type="title"/>
          </p:nvPr>
        </p:nvSpPr>
        <p:spPr>
          <a:xfrm>
            <a:off x="1371600" y="1657350"/>
            <a:ext cx="6400800" cy="182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10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1" name="Google Shape;181;p11"/>
          <p:cNvSpPr txBox="1"/>
          <p:nvPr>
            <p:ph idx="1" type="subTitle"/>
          </p:nvPr>
        </p:nvSpPr>
        <p:spPr>
          <a:xfrm>
            <a:off x="1828850" y="3877100"/>
            <a:ext cx="5486400" cy="3657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182" name="Shape 18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83" name="Shape 183"/>
        <p:cNvGrpSpPr/>
        <p:nvPr/>
      </p:nvGrpSpPr>
      <p:grpSpPr>
        <a:xfrm>
          <a:off x="0" y="0"/>
          <a:ext cx="0" cy="0"/>
          <a:chOff x="0" y="0"/>
          <a:chExt cx="0" cy="0"/>
        </a:xfrm>
      </p:grpSpPr>
      <p:pic>
        <p:nvPicPr>
          <p:cNvPr id="184" name="Google Shape;184;p1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185" name="Google Shape;185;p13"/>
          <p:cNvGrpSpPr/>
          <p:nvPr/>
        </p:nvGrpSpPr>
        <p:grpSpPr>
          <a:xfrm>
            <a:off x="274200" y="274200"/>
            <a:ext cx="8687100" cy="4686600"/>
            <a:chOff x="274200" y="274200"/>
            <a:chExt cx="8687100" cy="4686600"/>
          </a:xfrm>
        </p:grpSpPr>
        <p:sp>
          <p:nvSpPr>
            <p:cNvPr id="186" name="Google Shape;186;p13"/>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 name="Google Shape;187;p13"/>
            <p:cNvGrpSpPr/>
            <p:nvPr/>
          </p:nvGrpSpPr>
          <p:grpSpPr>
            <a:xfrm>
              <a:off x="274200" y="274200"/>
              <a:ext cx="8595900" cy="4595100"/>
              <a:chOff x="274200" y="274200"/>
              <a:chExt cx="8595900" cy="4595100"/>
            </a:xfrm>
          </p:grpSpPr>
          <p:grpSp>
            <p:nvGrpSpPr>
              <p:cNvPr id="188" name="Google Shape;188;p13"/>
              <p:cNvGrpSpPr/>
              <p:nvPr/>
            </p:nvGrpSpPr>
            <p:grpSpPr>
              <a:xfrm>
                <a:off x="274200" y="274200"/>
                <a:ext cx="8595900" cy="4595100"/>
                <a:chOff x="274200" y="274200"/>
                <a:chExt cx="8595900" cy="4595100"/>
              </a:xfrm>
            </p:grpSpPr>
            <p:sp>
              <p:nvSpPr>
                <p:cNvPr id="189" name="Google Shape;189;p13"/>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 name="Google Shape;190;p13"/>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191" name="Google Shape;191;p13"/>
              <p:cNvGrpSpPr/>
              <p:nvPr/>
            </p:nvGrpSpPr>
            <p:grpSpPr>
              <a:xfrm>
                <a:off x="8595300" y="365550"/>
                <a:ext cx="183000" cy="183000"/>
                <a:chOff x="8225400" y="367488"/>
                <a:chExt cx="183000" cy="183000"/>
              </a:xfrm>
            </p:grpSpPr>
            <p:cxnSp>
              <p:nvCxnSpPr>
                <p:cNvPr id="192" name="Google Shape;192;p13"/>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193" name="Google Shape;193;p13"/>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194" name="Google Shape;194;p13"/>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 name="Google Shape;195;p13"/>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196" name="Google Shape;196;p13"/>
          <p:cNvSpPr txBox="1"/>
          <p:nvPr>
            <p:ph idx="1" type="subTitle"/>
          </p:nvPr>
        </p:nvSpPr>
        <p:spPr>
          <a:xfrm>
            <a:off x="1957976" y="1802875"/>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7" name="Google Shape;197;p13"/>
          <p:cNvSpPr txBox="1"/>
          <p:nvPr>
            <p:ph idx="2" type="subTitle"/>
          </p:nvPr>
        </p:nvSpPr>
        <p:spPr>
          <a:xfrm>
            <a:off x="1957956" y="3399150"/>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8" name="Google Shape;198;p13"/>
          <p:cNvSpPr txBox="1"/>
          <p:nvPr>
            <p:ph idx="3" type="subTitle"/>
          </p:nvPr>
        </p:nvSpPr>
        <p:spPr>
          <a:xfrm>
            <a:off x="5997466" y="1803588"/>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9" name="Google Shape;199;p13"/>
          <p:cNvSpPr txBox="1"/>
          <p:nvPr>
            <p:ph idx="4" type="subTitle"/>
          </p:nvPr>
        </p:nvSpPr>
        <p:spPr>
          <a:xfrm>
            <a:off x="6043506" y="3399143"/>
            <a:ext cx="22860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0" name="Google Shape;200;p13"/>
          <p:cNvSpPr txBox="1"/>
          <p:nvPr>
            <p:ph hasCustomPrompt="1" type="title"/>
          </p:nvPr>
        </p:nvSpPr>
        <p:spPr>
          <a:xfrm>
            <a:off x="769317" y="1802875"/>
            <a:ext cx="1188600" cy="1097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p:nvPr>
            <p:ph idx="5" type="subTitle"/>
          </p:nvPr>
        </p:nvSpPr>
        <p:spPr>
          <a:xfrm>
            <a:off x="1957976" y="2261521"/>
            <a:ext cx="2377500" cy="64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02" name="Google Shape;202;p13"/>
          <p:cNvSpPr txBox="1"/>
          <p:nvPr>
            <p:ph hasCustomPrompt="1" idx="6" type="title"/>
          </p:nvPr>
        </p:nvSpPr>
        <p:spPr>
          <a:xfrm>
            <a:off x="4808859" y="1803600"/>
            <a:ext cx="1188600" cy="1097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p:nvPr>
            <p:ph idx="7" type="subTitle"/>
          </p:nvPr>
        </p:nvSpPr>
        <p:spPr>
          <a:xfrm>
            <a:off x="5997466" y="2260800"/>
            <a:ext cx="2377500" cy="64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04" name="Google Shape;204;p13"/>
          <p:cNvSpPr txBox="1"/>
          <p:nvPr>
            <p:ph hasCustomPrompt="1" idx="8" type="title"/>
          </p:nvPr>
        </p:nvSpPr>
        <p:spPr>
          <a:xfrm>
            <a:off x="769347" y="3399150"/>
            <a:ext cx="1188600" cy="1097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p:nvPr>
            <p:ph idx="9" type="subTitle"/>
          </p:nvPr>
        </p:nvSpPr>
        <p:spPr>
          <a:xfrm>
            <a:off x="1957956" y="3856343"/>
            <a:ext cx="2377500" cy="64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06" name="Google Shape;206;p13"/>
          <p:cNvSpPr txBox="1"/>
          <p:nvPr>
            <p:ph hasCustomPrompt="1" idx="13" type="title"/>
          </p:nvPr>
        </p:nvSpPr>
        <p:spPr>
          <a:xfrm>
            <a:off x="4854897" y="3399143"/>
            <a:ext cx="1188600" cy="1097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5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7" name="Google Shape;207;p13"/>
          <p:cNvSpPr txBox="1"/>
          <p:nvPr>
            <p:ph idx="14" type="subTitle"/>
          </p:nvPr>
        </p:nvSpPr>
        <p:spPr>
          <a:xfrm>
            <a:off x="6043506" y="3856343"/>
            <a:ext cx="2286000" cy="64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08" name="Google Shape;208;p13"/>
          <p:cNvSpPr txBox="1"/>
          <p:nvPr>
            <p:ph idx="15" type="title"/>
          </p:nvPr>
        </p:nvSpPr>
        <p:spPr>
          <a:xfrm>
            <a:off x="715650" y="731525"/>
            <a:ext cx="77133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9" name="Shape 209"/>
        <p:cNvGrpSpPr/>
        <p:nvPr/>
      </p:nvGrpSpPr>
      <p:grpSpPr>
        <a:xfrm>
          <a:off x="0" y="0"/>
          <a:ext cx="0" cy="0"/>
          <a:chOff x="0" y="0"/>
          <a:chExt cx="0" cy="0"/>
        </a:xfrm>
      </p:grpSpPr>
      <p:pic>
        <p:nvPicPr>
          <p:cNvPr id="210" name="Google Shape;210;p14"/>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11" name="Google Shape;211;p14"/>
          <p:cNvGrpSpPr/>
          <p:nvPr/>
        </p:nvGrpSpPr>
        <p:grpSpPr>
          <a:xfrm>
            <a:off x="2025281" y="535000"/>
            <a:ext cx="6492300" cy="3749100"/>
            <a:chOff x="1371300" y="742950"/>
            <a:chExt cx="6492300" cy="3749100"/>
          </a:xfrm>
        </p:grpSpPr>
        <p:sp>
          <p:nvSpPr>
            <p:cNvPr id="212" name="Google Shape;212;p14"/>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 name="Google Shape;213;p14"/>
            <p:cNvGrpSpPr/>
            <p:nvPr/>
          </p:nvGrpSpPr>
          <p:grpSpPr>
            <a:xfrm>
              <a:off x="1371300" y="742950"/>
              <a:ext cx="6401400" cy="3657600"/>
              <a:chOff x="1371300" y="742950"/>
              <a:chExt cx="6401400" cy="3657600"/>
            </a:xfrm>
          </p:grpSpPr>
          <p:sp>
            <p:nvSpPr>
              <p:cNvPr id="214" name="Google Shape;214;p14"/>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14"/>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216" name="Google Shape;216;p14"/>
              <p:cNvGrpSpPr/>
              <p:nvPr/>
            </p:nvGrpSpPr>
            <p:grpSpPr>
              <a:xfrm>
                <a:off x="7498200" y="834288"/>
                <a:ext cx="183000" cy="183000"/>
                <a:chOff x="8225400" y="367488"/>
                <a:chExt cx="183000" cy="183000"/>
              </a:xfrm>
            </p:grpSpPr>
            <p:cxnSp>
              <p:nvCxnSpPr>
                <p:cNvPr id="217" name="Google Shape;217;p14"/>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18" name="Google Shape;218;p14"/>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19" name="Google Shape;219;p14"/>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0" name="Google Shape;220;p14"/>
              <p:cNvCxnSpPr/>
              <p:nvPr/>
            </p:nvCxnSpPr>
            <p:spPr>
              <a:xfrm>
                <a:off x="6827699" y="1017288"/>
                <a:ext cx="2130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221" name="Google Shape;221;p14"/>
          <p:cNvGrpSpPr/>
          <p:nvPr/>
        </p:nvGrpSpPr>
        <p:grpSpPr>
          <a:xfrm>
            <a:off x="1371300" y="742950"/>
            <a:ext cx="6492300" cy="3749100"/>
            <a:chOff x="1371300" y="742950"/>
            <a:chExt cx="6492300" cy="3749100"/>
          </a:xfrm>
        </p:grpSpPr>
        <p:sp>
          <p:nvSpPr>
            <p:cNvPr id="222" name="Google Shape;222;p14"/>
            <p:cNvSpPr/>
            <p:nvPr/>
          </p:nvSpPr>
          <p:spPr>
            <a:xfrm>
              <a:off x="1462800" y="834450"/>
              <a:ext cx="6400800" cy="36576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 name="Google Shape;223;p14"/>
            <p:cNvGrpSpPr/>
            <p:nvPr/>
          </p:nvGrpSpPr>
          <p:grpSpPr>
            <a:xfrm>
              <a:off x="1371300" y="742950"/>
              <a:ext cx="6401400" cy="3657600"/>
              <a:chOff x="1371300" y="742950"/>
              <a:chExt cx="6401400" cy="3657600"/>
            </a:xfrm>
          </p:grpSpPr>
          <p:sp>
            <p:nvSpPr>
              <p:cNvPr id="224" name="Google Shape;224;p14"/>
              <p:cNvSpPr/>
              <p:nvPr/>
            </p:nvSpPr>
            <p:spPr>
              <a:xfrm>
                <a:off x="1371300" y="742950"/>
                <a:ext cx="6400800" cy="36576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5" name="Google Shape;225;p14"/>
              <p:cNvCxnSpPr/>
              <p:nvPr/>
            </p:nvCxnSpPr>
            <p:spPr>
              <a:xfrm>
                <a:off x="1371300" y="1108650"/>
                <a:ext cx="6401400" cy="0"/>
              </a:xfrm>
              <a:prstGeom prst="straightConnector1">
                <a:avLst/>
              </a:prstGeom>
              <a:noFill/>
              <a:ln cap="flat" cmpd="sng" w="28575">
                <a:solidFill>
                  <a:schemeClr val="dk1"/>
                </a:solidFill>
                <a:prstDash val="solid"/>
                <a:round/>
                <a:headEnd len="med" w="med" type="none"/>
                <a:tailEnd len="med" w="med" type="none"/>
              </a:ln>
            </p:spPr>
          </p:cxnSp>
          <p:grpSp>
            <p:nvGrpSpPr>
              <p:cNvPr id="226" name="Google Shape;226;p14"/>
              <p:cNvGrpSpPr/>
              <p:nvPr/>
            </p:nvGrpSpPr>
            <p:grpSpPr>
              <a:xfrm>
                <a:off x="7498200" y="834288"/>
                <a:ext cx="183000" cy="183000"/>
                <a:chOff x="8225400" y="367488"/>
                <a:chExt cx="183000" cy="183000"/>
              </a:xfrm>
            </p:grpSpPr>
            <p:cxnSp>
              <p:nvCxnSpPr>
                <p:cNvPr id="227" name="Google Shape;227;p14"/>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28" name="Google Shape;228;p14"/>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29" name="Google Shape;229;p14"/>
              <p:cNvSpPr/>
              <p:nvPr/>
            </p:nvSpPr>
            <p:spPr>
              <a:xfrm>
                <a:off x="7177950" y="834288"/>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 name="Google Shape;230;p14"/>
              <p:cNvCxnSpPr/>
              <p:nvPr/>
            </p:nvCxnSpPr>
            <p:spPr>
              <a:xfrm>
                <a:off x="6827699" y="1017288"/>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231" name="Google Shape;231;p14"/>
          <p:cNvSpPr txBox="1"/>
          <p:nvPr>
            <p:ph type="title"/>
          </p:nvPr>
        </p:nvSpPr>
        <p:spPr>
          <a:xfrm>
            <a:off x="2286000" y="3293217"/>
            <a:ext cx="4572000" cy="502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32" name="Google Shape;232;p14"/>
          <p:cNvSpPr txBox="1"/>
          <p:nvPr>
            <p:ph idx="1" type="subTitle"/>
          </p:nvPr>
        </p:nvSpPr>
        <p:spPr>
          <a:xfrm>
            <a:off x="1828800" y="1600317"/>
            <a:ext cx="5486400" cy="137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500"/>
              <a:buNone/>
              <a:defRPr sz="24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33" name="Shape 233"/>
        <p:cNvGrpSpPr/>
        <p:nvPr/>
      </p:nvGrpSpPr>
      <p:grpSpPr>
        <a:xfrm>
          <a:off x="0" y="0"/>
          <a:ext cx="0" cy="0"/>
          <a:chOff x="0" y="0"/>
          <a:chExt cx="0" cy="0"/>
        </a:xfrm>
      </p:grpSpPr>
      <p:pic>
        <p:nvPicPr>
          <p:cNvPr id="234" name="Google Shape;234;p15"/>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35" name="Google Shape;235;p15"/>
          <p:cNvGrpSpPr/>
          <p:nvPr/>
        </p:nvGrpSpPr>
        <p:grpSpPr>
          <a:xfrm>
            <a:off x="274200" y="274200"/>
            <a:ext cx="8687100" cy="4686600"/>
            <a:chOff x="274200" y="274200"/>
            <a:chExt cx="8687100" cy="4686600"/>
          </a:xfrm>
        </p:grpSpPr>
        <p:sp>
          <p:nvSpPr>
            <p:cNvPr id="236" name="Google Shape;236;p15"/>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 name="Google Shape;237;p15"/>
            <p:cNvGrpSpPr/>
            <p:nvPr/>
          </p:nvGrpSpPr>
          <p:grpSpPr>
            <a:xfrm>
              <a:off x="274200" y="274200"/>
              <a:ext cx="8595900" cy="4595100"/>
              <a:chOff x="274200" y="274200"/>
              <a:chExt cx="8595900" cy="4595100"/>
            </a:xfrm>
          </p:grpSpPr>
          <p:grpSp>
            <p:nvGrpSpPr>
              <p:cNvPr id="238" name="Google Shape;238;p15"/>
              <p:cNvGrpSpPr/>
              <p:nvPr/>
            </p:nvGrpSpPr>
            <p:grpSpPr>
              <a:xfrm>
                <a:off x="274200" y="274200"/>
                <a:ext cx="8595900" cy="4595100"/>
                <a:chOff x="274200" y="274200"/>
                <a:chExt cx="8595900" cy="4595100"/>
              </a:xfrm>
            </p:grpSpPr>
            <p:sp>
              <p:nvSpPr>
                <p:cNvPr id="239" name="Google Shape;239;p15"/>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15"/>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241" name="Google Shape;241;p15"/>
              <p:cNvGrpSpPr/>
              <p:nvPr/>
            </p:nvGrpSpPr>
            <p:grpSpPr>
              <a:xfrm>
                <a:off x="8595300" y="365550"/>
                <a:ext cx="183000" cy="183000"/>
                <a:chOff x="8225400" y="367488"/>
                <a:chExt cx="183000" cy="183000"/>
              </a:xfrm>
            </p:grpSpPr>
            <p:cxnSp>
              <p:nvCxnSpPr>
                <p:cNvPr id="242" name="Google Shape;242;p15"/>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43" name="Google Shape;243;p15"/>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44" name="Google Shape;244;p15"/>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15"/>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246" name="Google Shape;246;p15"/>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47" name="Shape 247"/>
        <p:cNvGrpSpPr/>
        <p:nvPr/>
      </p:nvGrpSpPr>
      <p:grpSpPr>
        <a:xfrm>
          <a:off x="0" y="0"/>
          <a:ext cx="0" cy="0"/>
          <a:chOff x="0" y="0"/>
          <a:chExt cx="0" cy="0"/>
        </a:xfrm>
      </p:grpSpPr>
      <p:pic>
        <p:nvPicPr>
          <p:cNvPr id="248" name="Google Shape;248;p16"/>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49" name="Google Shape;249;p16"/>
          <p:cNvGrpSpPr/>
          <p:nvPr/>
        </p:nvGrpSpPr>
        <p:grpSpPr>
          <a:xfrm>
            <a:off x="274200" y="274200"/>
            <a:ext cx="5919000" cy="4425900"/>
            <a:chOff x="274200" y="274200"/>
            <a:chExt cx="5919000" cy="4425900"/>
          </a:xfrm>
        </p:grpSpPr>
        <p:sp>
          <p:nvSpPr>
            <p:cNvPr id="250" name="Google Shape;250;p16"/>
            <p:cNvSpPr/>
            <p:nvPr/>
          </p:nvSpPr>
          <p:spPr>
            <a:xfrm>
              <a:off x="365700" y="365700"/>
              <a:ext cx="5827500" cy="4334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 name="Google Shape;251;p16"/>
            <p:cNvGrpSpPr/>
            <p:nvPr/>
          </p:nvGrpSpPr>
          <p:grpSpPr>
            <a:xfrm>
              <a:off x="274200" y="274200"/>
              <a:ext cx="5827500" cy="4334400"/>
              <a:chOff x="274200" y="274200"/>
              <a:chExt cx="5827500" cy="4334400"/>
            </a:xfrm>
          </p:grpSpPr>
          <p:sp>
            <p:nvSpPr>
              <p:cNvPr id="252" name="Google Shape;252;p16"/>
              <p:cNvSpPr/>
              <p:nvPr/>
            </p:nvSpPr>
            <p:spPr>
              <a:xfrm>
                <a:off x="274200" y="274200"/>
                <a:ext cx="5827500" cy="4334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 name="Google Shape;253;p16"/>
              <p:cNvGrpSpPr/>
              <p:nvPr/>
            </p:nvGrpSpPr>
            <p:grpSpPr>
              <a:xfrm>
                <a:off x="5827100" y="365450"/>
                <a:ext cx="183000" cy="183000"/>
                <a:chOff x="8225400" y="367488"/>
                <a:chExt cx="183000" cy="183000"/>
              </a:xfrm>
            </p:grpSpPr>
            <p:cxnSp>
              <p:nvCxnSpPr>
                <p:cNvPr id="254" name="Google Shape;254;p16"/>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55" name="Google Shape;255;p16"/>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56" name="Google Shape;256;p16"/>
              <p:cNvSpPr/>
              <p:nvPr/>
            </p:nvSpPr>
            <p:spPr>
              <a:xfrm>
                <a:off x="5507000" y="3654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 name="Google Shape;257;p16"/>
              <p:cNvCxnSpPr/>
              <p:nvPr/>
            </p:nvCxnSpPr>
            <p:spPr>
              <a:xfrm>
                <a:off x="5156899" y="5484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258" name="Google Shape;258;p16"/>
              <p:cNvCxnSpPr/>
              <p:nvPr/>
            </p:nvCxnSpPr>
            <p:spPr>
              <a:xfrm>
                <a:off x="283500" y="639800"/>
                <a:ext cx="5815200" cy="0"/>
              </a:xfrm>
              <a:prstGeom prst="straightConnector1">
                <a:avLst/>
              </a:prstGeom>
              <a:noFill/>
              <a:ln cap="flat" cmpd="sng" w="28575">
                <a:solidFill>
                  <a:schemeClr val="dk1"/>
                </a:solidFill>
                <a:prstDash val="solid"/>
                <a:round/>
                <a:headEnd len="med" w="med" type="none"/>
                <a:tailEnd len="med" w="med" type="none"/>
              </a:ln>
            </p:spPr>
          </p:cxnSp>
        </p:grpSp>
      </p:grpSp>
      <p:sp>
        <p:nvSpPr>
          <p:cNvPr id="259" name="Google Shape;259;p16"/>
          <p:cNvSpPr txBox="1"/>
          <p:nvPr>
            <p:ph idx="1" type="subTitle"/>
          </p:nvPr>
        </p:nvSpPr>
        <p:spPr>
          <a:xfrm>
            <a:off x="715100" y="1600325"/>
            <a:ext cx="3674100" cy="9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60" name="Google Shape;260;p16"/>
          <p:cNvSpPr txBox="1"/>
          <p:nvPr>
            <p:ph type="title"/>
          </p:nvPr>
        </p:nvSpPr>
        <p:spPr>
          <a:xfrm>
            <a:off x="714350" y="731525"/>
            <a:ext cx="3674100" cy="6858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AND_TWO_COLUMNS_1">
    <p:spTree>
      <p:nvGrpSpPr>
        <p:cNvPr id="261" name="Shape 261"/>
        <p:cNvGrpSpPr/>
        <p:nvPr/>
      </p:nvGrpSpPr>
      <p:grpSpPr>
        <a:xfrm>
          <a:off x="0" y="0"/>
          <a:ext cx="0" cy="0"/>
          <a:chOff x="0" y="0"/>
          <a:chExt cx="0" cy="0"/>
        </a:xfrm>
      </p:grpSpPr>
      <p:pic>
        <p:nvPicPr>
          <p:cNvPr id="262" name="Google Shape;262;p17"/>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63" name="Google Shape;263;p17"/>
          <p:cNvGrpSpPr/>
          <p:nvPr/>
        </p:nvGrpSpPr>
        <p:grpSpPr>
          <a:xfrm>
            <a:off x="274200" y="274200"/>
            <a:ext cx="8687100" cy="4686600"/>
            <a:chOff x="274200" y="274200"/>
            <a:chExt cx="8687100" cy="4686600"/>
          </a:xfrm>
        </p:grpSpPr>
        <p:sp>
          <p:nvSpPr>
            <p:cNvPr id="264" name="Google Shape;264;p17"/>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17"/>
            <p:cNvGrpSpPr/>
            <p:nvPr/>
          </p:nvGrpSpPr>
          <p:grpSpPr>
            <a:xfrm>
              <a:off x="274200" y="274200"/>
              <a:ext cx="8595900" cy="4595100"/>
              <a:chOff x="274200" y="274200"/>
              <a:chExt cx="8595900" cy="4595100"/>
            </a:xfrm>
          </p:grpSpPr>
          <p:grpSp>
            <p:nvGrpSpPr>
              <p:cNvPr id="266" name="Google Shape;266;p17"/>
              <p:cNvGrpSpPr/>
              <p:nvPr/>
            </p:nvGrpSpPr>
            <p:grpSpPr>
              <a:xfrm>
                <a:off x="274200" y="274200"/>
                <a:ext cx="8595900" cy="4595100"/>
                <a:chOff x="274200" y="274200"/>
                <a:chExt cx="8595900" cy="4595100"/>
              </a:xfrm>
            </p:grpSpPr>
            <p:sp>
              <p:nvSpPr>
                <p:cNvPr id="267" name="Google Shape;267;p17"/>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17"/>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269" name="Google Shape;269;p17"/>
              <p:cNvGrpSpPr/>
              <p:nvPr/>
            </p:nvGrpSpPr>
            <p:grpSpPr>
              <a:xfrm>
                <a:off x="8595300" y="365550"/>
                <a:ext cx="183000" cy="183000"/>
                <a:chOff x="8225400" y="367488"/>
                <a:chExt cx="183000" cy="183000"/>
              </a:xfrm>
            </p:grpSpPr>
            <p:cxnSp>
              <p:nvCxnSpPr>
                <p:cNvPr id="270" name="Google Shape;270;p17"/>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71" name="Google Shape;271;p17"/>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72" name="Google Shape;272;p17"/>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 name="Google Shape;273;p17"/>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274" name="Google Shape;274;p17"/>
          <p:cNvSpPr txBox="1"/>
          <p:nvPr>
            <p:ph idx="1" type="subTitle"/>
          </p:nvPr>
        </p:nvSpPr>
        <p:spPr>
          <a:xfrm>
            <a:off x="714325" y="2754900"/>
            <a:ext cx="36747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17"/>
          <p:cNvSpPr txBox="1"/>
          <p:nvPr>
            <p:ph type="title"/>
          </p:nvPr>
        </p:nvSpPr>
        <p:spPr>
          <a:xfrm>
            <a:off x="714325" y="731400"/>
            <a:ext cx="3674700" cy="1840500"/>
          </a:xfrm>
          <a:prstGeom prst="rect">
            <a:avLst/>
          </a:prstGeom>
        </p:spPr>
        <p:txBody>
          <a:bodyPr anchorCtr="0" anchor="t" bIns="91425" lIns="91425" spcFirstLastPara="1" rIns="91425" wrap="square" tIns="91425">
            <a:noAutofit/>
          </a:bodyPr>
          <a:lstStyle>
            <a:lvl1pPr lvl="0" marR="9144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6" name="Google Shape;276;p17"/>
          <p:cNvSpPr/>
          <p:nvPr>
            <p:ph idx="2" type="pic"/>
          </p:nvPr>
        </p:nvSpPr>
        <p:spPr>
          <a:xfrm>
            <a:off x="4769625" y="1271375"/>
            <a:ext cx="3644400" cy="32178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77" name="Shape 277"/>
        <p:cNvGrpSpPr/>
        <p:nvPr/>
      </p:nvGrpSpPr>
      <p:grpSpPr>
        <a:xfrm>
          <a:off x="0" y="0"/>
          <a:ext cx="0" cy="0"/>
          <a:chOff x="0" y="0"/>
          <a:chExt cx="0" cy="0"/>
        </a:xfrm>
      </p:grpSpPr>
      <p:pic>
        <p:nvPicPr>
          <p:cNvPr id="278" name="Google Shape;278;p18"/>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79" name="Google Shape;279;p18"/>
          <p:cNvGrpSpPr/>
          <p:nvPr/>
        </p:nvGrpSpPr>
        <p:grpSpPr>
          <a:xfrm>
            <a:off x="274200" y="274200"/>
            <a:ext cx="8687100" cy="4686600"/>
            <a:chOff x="274200" y="274200"/>
            <a:chExt cx="8687100" cy="4686600"/>
          </a:xfrm>
        </p:grpSpPr>
        <p:sp>
          <p:nvSpPr>
            <p:cNvPr id="280" name="Google Shape;280;p18"/>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 name="Google Shape;281;p18"/>
            <p:cNvGrpSpPr/>
            <p:nvPr/>
          </p:nvGrpSpPr>
          <p:grpSpPr>
            <a:xfrm>
              <a:off x="274200" y="274200"/>
              <a:ext cx="8595900" cy="4595100"/>
              <a:chOff x="274200" y="274200"/>
              <a:chExt cx="8595900" cy="4595100"/>
            </a:xfrm>
          </p:grpSpPr>
          <p:grpSp>
            <p:nvGrpSpPr>
              <p:cNvPr id="282" name="Google Shape;282;p18"/>
              <p:cNvGrpSpPr/>
              <p:nvPr/>
            </p:nvGrpSpPr>
            <p:grpSpPr>
              <a:xfrm>
                <a:off x="274200" y="274200"/>
                <a:ext cx="8595900" cy="4595100"/>
                <a:chOff x="274200" y="274200"/>
                <a:chExt cx="8595900" cy="4595100"/>
              </a:xfrm>
            </p:grpSpPr>
            <p:sp>
              <p:nvSpPr>
                <p:cNvPr id="283" name="Google Shape;283;p18"/>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4" name="Google Shape;284;p18"/>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285" name="Google Shape;285;p18"/>
              <p:cNvGrpSpPr/>
              <p:nvPr/>
            </p:nvGrpSpPr>
            <p:grpSpPr>
              <a:xfrm>
                <a:off x="8595300" y="365550"/>
                <a:ext cx="183000" cy="183000"/>
                <a:chOff x="8225400" y="367488"/>
                <a:chExt cx="183000" cy="183000"/>
              </a:xfrm>
            </p:grpSpPr>
            <p:cxnSp>
              <p:nvCxnSpPr>
                <p:cNvPr id="286" name="Google Shape;286;p18"/>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287" name="Google Shape;287;p18"/>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288" name="Google Shape;288;p18"/>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9" name="Google Shape;289;p18"/>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290" name="Google Shape;290;p18"/>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1" name="Google Shape;291;p18"/>
          <p:cNvSpPr txBox="1"/>
          <p:nvPr>
            <p:ph idx="1" type="subTitle"/>
          </p:nvPr>
        </p:nvSpPr>
        <p:spPr>
          <a:xfrm>
            <a:off x="780350" y="2571436"/>
            <a:ext cx="21972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92" name="Google Shape;292;p18"/>
          <p:cNvSpPr txBox="1"/>
          <p:nvPr>
            <p:ph idx="2" type="subTitle"/>
          </p:nvPr>
        </p:nvSpPr>
        <p:spPr>
          <a:xfrm>
            <a:off x="781700" y="3053825"/>
            <a:ext cx="2194500" cy="118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18"/>
          <p:cNvSpPr txBox="1"/>
          <p:nvPr>
            <p:ph idx="3" type="subTitle"/>
          </p:nvPr>
        </p:nvSpPr>
        <p:spPr>
          <a:xfrm>
            <a:off x="3474800" y="3053825"/>
            <a:ext cx="2194500" cy="118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 name="Google Shape;294;p18"/>
          <p:cNvSpPr txBox="1"/>
          <p:nvPr>
            <p:ph idx="4" type="subTitle"/>
          </p:nvPr>
        </p:nvSpPr>
        <p:spPr>
          <a:xfrm>
            <a:off x="6167776" y="3053833"/>
            <a:ext cx="2194500" cy="118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18"/>
          <p:cNvSpPr txBox="1"/>
          <p:nvPr>
            <p:ph idx="5" type="subTitle"/>
          </p:nvPr>
        </p:nvSpPr>
        <p:spPr>
          <a:xfrm>
            <a:off x="3474800" y="2571425"/>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96" name="Google Shape;296;p18"/>
          <p:cNvSpPr txBox="1"/>
          <p:nvPr>
            <p:ph idx="6" type="subTitle"/>
          </p:nvPr>
        </p:nvSpPr>
        <p:spPr>
          <a:xfrm>
            <a:off x="6167776" y="2571426"/>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297" name="Shape 297"/>
        <p:cNvGrpSpPr/>
        <p:nvPr/>
      </p:nvGrpSpPr>
      <p:grpSpPr>
        <a:xfrm>
          <a:off x="0" y="0"/>
          <a:ext cx="0" cy="0"/>
          <a:chOff x="0" y="0"/>
          <a:chExt cx="0" cy="0"/>
        </a:xfrm>
      </p:grpSpPr>
      <p:pic>
        <p:nvPicPr>
          <p:cNvPr id="298" name="Google Shape;298;p19"/>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299" name="Google Shape;299;p19"/>
          <p:cNvGrpSpPr/>
          <p:nvPr/>
        </p:nvGrpSpPr>
        <p:grpSpPr>
          <a:xfrm>
            <a:off x="274200" y="274200"/>
            <a:ext cx="8687100" cy="4686600"/>
            <a:chOff x="274200" y="274200"/>
            <a:chExt cx="8687100" cy="4686600"/>
          </a:xfrm>
        </p:grpSpPr>
        <p:sp>
          <p:nvSpPr>
            <p:cNvPr id="300" name="Google Shape;300;p19"/>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 name="Google Shape;301;p19"/>
            <p:cNvGrpSpPr/>
            <p:nvPr/>
          </p:nvGrpSpPr>
          <p:grpSpPr>
            <a:xfrm>
              <a:off x="274200" y="274200"/>
              <a:ext cx="8595900" cy="4595100"/>
              <a:chOff x="274200" y="274200"/>
              <a:chExt cx="8595900" cy="4595100"/>
            </a:xfrm>
          </p:grpSpPr>
          <p:grpSp>
            <p:nvGrpSpPr>
              <p:cNvPr id="302" name="Google Shape;302;p19"/>
              <p:cNvGrpSpPr/>
              <p:nvPr/>
            </p:nvGrpSpPr>
            <p:grpSpPr>
              <a:xfrm>
                <a:off x="274200" y="274200"/>
                <a:ext cx="8595900" cy="4595100"/>
                <a:chOff x="274200" y="274200"/>
                <a:chExt cx="8595900" cy="4595100"/>
              </a:xfrm>
            </p:grpSpPr>
            <p:sp>
              <p:nvSpPr>
                <p:cNvPr id="303" name="Google Shape;303;p19"/>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 name="Google Shape;304;p19"/>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305" name="Google Shape;305;p19"/>
              <p:cNvGrpSpPr/>
              <p:nvPr/>
            </p:nvGrpSpPr>
            <p:grpSpPr>
              <a:xfrm>
                <a:off x="8595300" y="365550"/>
                <a:ext cx="183000" cy="183000"/>
                <a:chOff x="8225400" y="367488"/>
                <a:chExt cx="183000" cy="183000"/>
              </a:xfrm>
            </p:grpSpPr>
            <p:cxnSp>
              <p:nvCxnSpPr>
                <p:cNvPr id="306" name="Google Shape;306;p19"/>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307" name="Google Shape;307;p19"/>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308" name="Google Shape;308;p19"/>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19"/>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310" name="Google Shape;310;p19"/>
          <p:cNvSpPr txBox="1"/>
          <p:nvPr>
            <p:ph type="title"/>
          </p:nvPr>
        </p:nvSpPr>
        <p:spPr>
          <a:xfrm>
            <a:off x="715100" y="731525"/>
            <a:ext cx="77157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1" name="Google Shape;311;p19"/>
          <p:cNvSpPr txBox="1"/>
          <p:nvPr>
            <p:ph idx="1" type="subTitle"/>
          </p:nvPr>
        </p:nvSpPr>
        <p:spPr>
          <a:xfrm>
            <a:off x="3408500" y="2103624"/>
            <a:ext cx="5020200" cy="502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12" name="Google Shape;312;p19"/>
          <p:cNvSpPr txBox="1"/>
          <p:nvPr>
            <p:ph idx="2" type="subTitle"/>
          </p:nvPr>
        </p:nvSpPr>
        <p:spPr>
          <a:xfrm>
            <a:off x="3408500" y="3104632"/>
            <a:ext cx="5020200" cy="502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13" name="Google Shape;313;p19"/>
          <p:cNvSpPr txBox="1"/>
          <p:nvPr>
            <p:ph idx="3" type="subTitle"/>
          </p:nvPr>
        </p:nvSpPr>
        <p:spPr>
          <a:xfrm>
            <a:off x="3408200" y="4105448"/>
            <a:ext cx="5020800" cy="502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14" name="Google Shape;314;p19"/>
          <p:cNvSpPr txBox="1"/>
          <p:nvPr>
            <p:ph idx="4" type="subTitle"/>
          </p:nvPr>
        </p:nvSpPr>
        <p:spPr>
          <a:xfrm>
            <a:off x="3408500" y="1600325"/>
            <a:ext cx="5020200" cy="59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5" name="Google Shape;315;p19"/>
          <p:cNvSpPr txBox="1"/>
          <p:nvPr>
            <p:ph idx="5" type="subTitle"/>
          </p:nvPr>
        </p:nvSpPr>
        <p:spPr>
          <a:xfrm>
            <a:off x="3408500" y="2601333"/>
            <a:ext cx="5020200" cy="59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6" name="Google Shape;316;p19"/>
          <p:cNvSpPr txBox="1"/>
          <p:nvPr>
            <p:ph idx="6" type="subTitle"/>
          </p:nvPr>
        </p:nvSpPr>
        <p:spPr>
          <a:xfrm>
            <a:off x="3408200" y="3602149"/>
            <a:ext cx="5020800" cy="59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17" name="Shape 317"/>
        <p:cNvGrpSpPr/>
        <p:nvPr/>
      </p:nvGrpSpPr>
      <p:grpSpPr>
        <a:xfrm>
          <a:off x="0" y="0"/>
          <a:ext cx="0" cy="0"/>
          <a:chOff x="0" y="0"/>
          <a:chExt cx="0" cy="0"/>
        </a:xfrm>
      </p:grpSpPr>
      <p:pic>
        <p:nvPicPr>
          <p:cNvPr id="318" name="Google Shape;318;p20"/>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19" name="Google Shape;319;p20"/>
          <p:cNvGrpSpPr/>
          <p:nvPr/>
        </p:nvGrpSpPr>
        <p:grpSpPr>
          <a:xfrm>
            <a:off x="274200" y="274200"/>
            <a:ext cx="8687100" cy="4686600"/>
            <a:chOff x="274200" y="274200"/>
            <a:chExt cx="8687100" cy="4686600"/>
          </a:xfrm>
        </p:grpSpPr>
        <p:sp>
          <p:nvSpPr>
            <p:cNvPr id="320" name="Google Shape;320;p20"/>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 name="Google Shape;321;p20"/>
            <p:cNvGrpSpPr/>
            <p:nvPr/>
          </p:nvGrpSpPr>
          <p:grpSpPr>
            <a:xfrm>
              <a:off x="274200" y="274200"/>
              <a:ext cx="8595900" cy="4595100"/>
              <a:chOff x="274200" y="274200"/>
              <a:chExt cx="8595900" cy="4595100"/>
            </a:xfrm>
          </p:grpSpPr>
          <p:grpSp>
            <p:nvGrpSpPr>
              <p:cNvPr id="322" name="Google Shape;322;p20"/>
              <p:cNvGrpSpPr/>
              <p:nvPr/>
            </p:nvGrpSpPr>
            <p:grpSpPr>
              <a:xfrm>
                <a:off x="274200" y="274200"/>
                <a:ext cx="8595900" cy="4595100"/>
                <a:chOff x="274200" y="274200"/>
                <a:chExt cx="8595900" cy="4595100"/>
              </a:xfrm>
            </p:grpSpPr>
            <p:sp>
              <p:nvSpPr>
                <p:cNvPr id="323" name="Google Shape;323;p20"/>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4" name="Google Shape;324;p20"/>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325" name="Google Shape;325;p20"/>
              <p:cNvGrpSpPr/>
              <p:nvPr/>
            </p:nvGrpSpPr>
            <p:grpSpPr>
              <a:xfrm>
                <a:off x="8595300" y="365550"/>
                <a:ext cx="183000" cy="183000"/>
                <a:chOff x="8225400" y="367488"/>
                <a:chExt cx="183000" cy="183000"/>
              </a:xfrm>
            </p:grpSpPr>
            <p:cxnSp>
              <p:nvCxnSpPr>
                <p:cNvPr id="326" name="Google Shape;326;p20"/>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327" name="Google Shape;327;p20"/>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328" name="Google Shape;328;p20"/>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 name="Google Shape;329;p20"/>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330" name="Google Shape;330;p20"/>
          <p:cNvSpPr txBox="1"/>
          <p:nvPr>
            <p:ph type="title"/>
          </p:nvPr>
        </p:nvSpPr>
        <p:spPr>
          <a:xfrm>
            <a:off x="715100" y="731400"/>
            <a:ext cx="77139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1" name="Google Shape;331;p20"/>
          <p:cNvSpPr txBox="1"/>
          <p:nvPr>
            <p:ph idx="1" type="subTitle"/>
          </p:nvPr>
        </p:nvSpPr>
        <p:spPr>
          <a:xfrm>
            <a:off x="5918599" y="3396625"/>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2" name="Google Shape;332;p20"/>
          <p:cNvSpPr txBox="1"/>
          <p:nvPr>
            <p:ph idx="2" type="subTitle"/>
          </p:nvPr>
        </p:nvSpPr>
        <p:spPr>
          <a:xfrm>
            <a:off x="5918599" y="3855625"/>
            <a:ext cx="2377500" cy="640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3" name="Google Shape;333;p20"/>
          <p:cNvSpPr txBox="1"/>
          <p:nvPr>
            <p:ph idx="3" type="subTitle"/>
          </p:nvPr>
        </p:nvSpPr>
        <p:spPr>
          <a:xfrm>
            <a:off x="1878800" y="2263125"/>
            <a:ext cx="2377500" cy="640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4" name="Google Shape;334;p20"/>
          <p:cNvSpPr txBox="1"/>
          <p:nvPr>
            <p:ph idx="4" type="subTitle"/>
          </p:nvPr>
        </p:nvSpPr>
        <p:spPr>
          <a:xfrm>
            <a:off x="1878800" y="3855634"/>
            <a:ext cx="2377500" cy="640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5" name="Google Shape;335;p20"/>
          <p:cNvSpPr txBox="1"/>
          <p:nvPr>
            <p:ph idx="5" type="subTitle"/>
          </p:nvPr>
        </p:nvSpPr>
        <p:spPr>
          <a:xfrm>
            <a:off x="5918599" y="2260100"/>
            <a:ext cx="2377500" cy="640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6" name="Google Shape;336;p20"/>
          <p:cNvSpPr txBox="1"/>
          <p:nvPr>
            <p:ph idx="6" type="subTitle"/>
          </p:nvPr>
        </p:nvSpPr>
        <p:spPr>
          <a:xfrm>
            <a:off x="1878800" y="3396625"/>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7" name="Google Shape;337;p20"/>
          <p:cNvSpPr txBox="1"/>
          <p:nvPr>
            <p:ph idx="7" type="subTitle"/>
          </p:nvPr>
        </p:nvSpPr>
        <p:spPr>
          <a:xfrm>
            <a:off x="1878800" y="1801544"/>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8" name="Google Shape;338;p20"/>
          <p:cNvSpPr txBox="1"/>
          <p:nvPr>
            <p:ph idx="8" type="subTitle"/>
          </p:nvPr>
        </p:nvSpPr>
        <p:spPr>
          <a:xfrm>
            <a:off x="5918599" y="1804550"/>
            <a:ext cx="2377500" cy="548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39" name="Shape 339"/>
        <p:cNvGrpSpPr/>
        <p:nvPr/>
      </p:nvGrpSpPr>
      <p:grpSpPr>
        <a:xfrm>
          <a:off x="0" y="0"/>
          <a:ext cx="0" cy="0"/>
          <a:chOff x="0" y="0"/>
          <a:chExt cx="0" cy="0"/>
        </a:xfrm>
      </p:grpSpPr>
      <p:pic>
        <p:nvPicPr>
          <p:cNvPr id="340" name="Google Shape;340;p21"/>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41" name="Google Shape;341;p21"/>
          <p:cNvGrpSpPr/>
          <p:nvPr/>
        </p:nvGrpSpPr>
        <p:grpSpPr>
          <a:xfrm>
            <a:off x="274200" y="274200"/>
            <a:ext cx="8687100" cy="4686600"/>
            <a:chOff x="274200" y="274200"/>
            <a:chExt cx="8687100" cy="4686600"/>
          </a:xfrm>
        </p:grpSpPr>
        <p:sp>
          <p:nvSpPr>
            <p:cNvPr id="342" name="Google Shape;342;p21"/>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 name="Google Shape;343;p21"/>
            <p:cNvGrpSpPr/>
            <p:nvPr/>
          </p:nvGrpSpPr>
          <p:grpSpPr>
            <a:xfrm>
              <a:off x="274200" y="274200"/>
              <a:ext cx="8595900" cy="4595100"/>
              <a:chOff x="274200" y="274200"/>
              <a:chExt cx="8595900" cy="4595100"/>
            </a:xfrm>
          </p:grpSpPr>
          <p:grpSp>
            <p:nvGrpSpPr>
              <p:cNvPr id="344" name="Google Shape;344;p21"/>
              <p:cNvGrpSpPr/>
              <p:nvPr/>
            </p:nvGrpSpPr>
            <p:grpSpPr>
              <a:xfrm>
                <a:off x="274200" y="274200"/>
                <a:ext cx="8595900" cy="4595100"/>
                <a:chOff x="274200" y="274200"/>
                <a:chExt cx="8595900" cy="4595100"/>
              </a:xfrm>
            </p:grpSpPr>
            <p:sp>
              <p:nvSpPr>
                <p:cNvPr id="345" name="Google Shape;345;p21"/>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6" name="Google Shape;346;p21"/>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347" name="Google Shape;347;p21"/>
              <p:cNvGrpSpPr/>
              <p:nvPr/>
            </p:nvGrpSpPr>
            <p:grpSpPr>
              <a:xfrm>
                <a:off x="8595300" y="365550"/>
                <a:ext cx="183000" cy="183000"/>
                <a:chOff x="8225400" y="367488"/>
                <a:chExt cx="183000" cy="183000"/>
              </a:xfrm>
            </p:grpSpPr>
            <p:cxnSp>
              <p:nvCxnSpPr>
                <p:cNvPr id="348" name="Google Shape;348;p21"/>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349" name="Google Shape;349;p21"/>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350" name="Google Shape;350;p21"/>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1" name="Google Shape;351;p21"/>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352" name="Google Shape;352;p21"/>
          <p:cNvSpPr txBox="1"/>
          <p:nvPr>
            <p:ph type="title"/>
          </p:nvPr>
        </p:nvSpPr>
        <p:spPr>
          <a:xfrm>
            <a:off x="715100" y="731525"/>
            <a:ext cx="7713900" cy="68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53" name="Google Shape;353;p21"/>
          <p:cNvSpPr txBox="1"/>
          <p:nvPr>
            <p:ph idx="1" type="subTitle"/>
          </p:nvPr>
        </p:nvSpPr>
        <p:spPr>
          <a:xfrm>
            <a:off x="3474800" y="2261076"/>
            <a:ext cx="2194500" cy="64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4" name="Google Shape;354;p21"/>
          <p:cNvSpPr txBox="1"/>
          <p:nvPr>
            <p:ph idx="2" type="subTitle"/>
          </p:nvPr>
        </p:nvSpPr>
        <p:spPr>
          <a:xfrm>
            <a:off x="6166650" y="2261076"/>
            <a:ext cx="2194500" cy="64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5" name="Google Shape;355;p21"/>
          <p:cNvSpPr txBox="1"/>
          <p:nvPr>
            <p:ph idx="3" type="subTitle"/>
          </p:nvPr>
        </p:nvSpPr>
        <p:spPr>
          <a:xfrm>
            <a:off x="3474308" y="3853932"/>
            <a:ext cx="2194500" cy="64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6" name="Google Shape;356;p21"/>
          <p:cNvSpPr txBox="1"/>
          <p:nvPr>
            <p:ph idx="4" type="subTitle"/>
          </p:nvPr>
        </p:nvSpPr>
        <p:spPr>
          <a:xfrm>
            <a:off x="781538" y="2261076"/>
            <a:ext cx="2194500" cy="64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7" name="Google Shape;357;p21"/>
          <p:cNvSpPr txBox="1"/>
          <p:nvPr>
            <p:ph idx="5" type="subTitle"/>
          </p:nvPr>
        </p:nvSpPr>
        <p:spPr>
          <a:xfrm>
            <a:off x="781548" y="3853932"/>
            <a:ext cx="2194500" cy="64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8" name="Google Shape;358;p21"/>
          <p:cNvSpPr txBox="1"/>
          <p:nvPr>
            <p:ph idx="6" type="subTitle"/>
          </p:nvPr>
        </p:nvSpPr>
        <p:spPr>
          <a:xfrm>
            <a:off x="6168018" y="3853932"/>
            <a:ext cx="2194500" cy="64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9" name="Google Shape;359;p21"/>
          <p:cNvSpPr txBox="1"/>
          <p:nvPr>
            <p:ph idx="7" type="subTitle"/>
          </p:nvPr>
        </p:nvSpPr>
        <p:spPr>
          <a:xfrm>
            <a:off x="3474750" y="1803550"/>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0" name="Google Shape;360;p21"/>
          <p:cNvSpPr txBox="1"/>
          <p:nvPr>
            <p:ph idx="8" type="subTitle"/>
          </p:nvPr>
        </p:nvSpPr>
        <p:spPr>
          <a:xfrm>
            <a:off x="6166650" y="1803550"/>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1" name="Google Shape;361;p21"/>
          <p:cNvSpPr txBox="1"/>
          <p:nvPr>
            <p:ph idx="9" type="subTitle"/>
          </p:nvPr>
        </p:nvSpPr>
        <p:spPr>
          <a:xfrm>
            <a:off x="3475767" y="3401300"/>
            <a:ext cx="21927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2" name="Google Shape;362;p21"/>
          <p:cNvSpPr txBox="1"/>
          <p:nvPr>
            <p:ph idx="13" type="subTitle"/>
          </p:nvPr>
        </p:nvSpPr>
        <p:spPr>
          <a:xfrm>
            <a:off x="781538" y="1803550"/>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3" name="Google Shape;363;p21"/>
          <p:cNvSpPr txBox="1"/>
          <p:nvPr>
            <p:ph idx="14" type="subTitle"/>
          </p:nvPr>
        </p:nvSpPr>
        <p:spPr>
          <a:xfrm>
            <a:off x="781552" y="3401312"/>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4" name="Google Shape;364;p21"/>
          <p:cNvSpPr txBox="1"/>
          <p:nvPr>
            <p:ph idx="15" type="subTitle"/>
          </p:nvPr>
        </p:nvSpPr>
        <p:spPr>
          <a:xfrm>
            <a:off x="6168018" y="3401300"/>
            <a:ext cx="2194500" cy="548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Rubik Black"/>
                <a:ea typeface="Rubik Black"/>
                <a:cs typeface="Rubik Black"/>
                <a:sym typeface="Rubik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65" name="Shape 365"/>
        <p:cNvGrpSpPr/>
        <p:nvPr/>
      </p:nvGrpSpPr>
      <p:grpSpPr>
        <a:xfrm>
          <a:off x="0" y="0"/>
          <a:ext cx="0" cy="0"/>
          <a:chOff x="0" y="0"/>
          <a:chExt cx="0" cy="0"/>
        </a:xfrm>
      </p:grpSpPr>
      <p:pic>
        <p:nvPicPr>
          <p:cNvPr id="366" name="Google Shape;366;p22"/>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67" name="Google Shape;367;p22"/>
          <p:cNvGrpSpPr/>
          <p:nvPr/>
        </p:nvGrpSpPr>
        <p:grpSpPr>
          <a:xfrm>
            <a:off x="274200" y="274200"/>
            <a:ext cx="8687100" cy="4686600"/>
            <a:chOff x="274200" y="274200"/>
            <a:chExt cx="8687100" cy="4686600"/>
          </a:xfrm>
        </p:grpSpPr>
        <p:sp>
          <p:nvSpPr>
            <p:cNvPr id="368" name="Google Shape;368;p22"/>
            <p:cNvSpPr/>
            <p:nvPr/>
          </p:nvSpPr>
          <p:spPr>
            <a:xfrm>
              <a:off x="365700" y="365700"/>
              <a:ext cx="8595600" cy="459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22"/>
            <p:cNvGrpSpPr/>
            <p:nvPr/>
          </p:nvGrpSpPr>
          <p:grpSpPr>
            <a:xfrm>
              <a:off x="274200" y="274200"/>
              <a:ext cx="8595900" cy="4595100"/>
              <a:chOff x="274200" y="274200"/>
              <a:chExt cx="8595900" cy="4595100"/>
            </a:xfrm>
          </p:grpSpPr>
          <p:grpSp>
            <p:nvGrpSpPr>
              <p:cNvPr id="370" name="Google Shape;370;p22"/>
              <p:cNvGrpSpPr/>
              <p:nvPr/>
            </p:nvGrpSpPr>
            <p:grpSpPr>
              <a:xfrm>
                <a:off x="274200" y="274200"/>
                <a:ext cx="8595900" cy="4595100"/>
                <a:chOff x="274200" y="274200"/>
                <a:chExt cx="8595900" cy="4595100"/>
              </a:xfrm>
            </p:grpSpPr>
            <p:sp>
              <p:nvSpPr>
                <p:cNvPr id="371" name="Google Shape;371;p22"/>
                <p:cNvSpPr/>
                <p:nvPr/>
              </p:nvSpPr>
              <p:spPr>
                <a:xfrm>
                  <a:off x="274200" y="274200"/>
                  <a:ext cx="8595600" cy="459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2" name="Google Shape;372;p22"/>
                <p:cNvCxnSpPr/>
                <p:nvPr/>
              </p:nvCxnSpPr>
              <p:spPr>
                <a:xfrm>
                  <a:off x="274200" y="639909"/>
                  <a:ext cx="8595900" cy="0"/>
                </a:xfrm>
                <a:prstGeom prst="straightConnector1">
                  <a:avLst/>
                </a:prstGeom>
                <a:noFill/>
                <a:ln cap="flat" cmpd="sng" w="28575">
                  <a:solidFill>
                    <a:schemeClr val="dk1"/>
                  </a:solidFill>
                  <a:prstDash val="solid"/>
                  <a:round/>
                  <a:headEnd len="med" w="med" type="none"/>
                  <a:tailEnd len="med" w="med" type="none"/>
                </a:ln>
              </p:spPr>
            </p:cxnSp>
          </p:grpSp>
          <p:grpSp>
            <p:nvGrpSpPr>
              <p:cNvPr id="373" name="Google Shape;373;p22"/>
              <p:cNvGrpSpPr/>
              <p:nvPr/>
            </p:nvGrpSpPr>
            <p:grpSpPr>
              <a:xfrm>
                <a:off x="8595300" y="365550"/>
                <a:ext cx="183000" cy="183000"/>
                <a:chOff x="8225400" y="367488"/>
                <a:chExt cx="183000" cy="183000"/>
              </a:xfrm>
            </p:grpSpPr>
            <p:cxnSp>
              <p:nvCxnSpPr>
                <p:cNvPr id="374" name="Google Shape;374;p22"/>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375" name="Google Shape;375;p22"/>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376" name="Google Shape;376;p22"/>
              <p:cNvSpPr/>
              <p:nvPr/>
            </p:nvSpPr>
            <p:spPr>
              <a:xfrm>
                <a:off x="8275200" y="3655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 name="Google Shape;377;p22"/>
              <p:cNvCxnSpPr/>
              <p:nvPr/>
            </p:nvCxnSpPr>
            <p:spPr>
              <a:xfrm>
                <a:off x="7925099" y="548550"/>
                <a:ext cx="213000" cy="0"/>
              </a:xfrm>
              <a:prstGeom prst="straightConnector1">
                <a:avLst/>
              </a:prstGeom>
              <a:noFill/>
              <a:ln cap="flat" cmpd="sng" w="28575">
                <a:solidFill>
                  <a:schemeClr val="dk1"/>
                </a:solidFill>
                <a:prstDash val="solid"/>
                <a:round/>
                <a:headEnd len="med" w="med" type="none"/>
                <a:tailEnd len="med" w="med" type="none"/>
              </a:ln>
            </p:spPr>
          </p:cxnSp>
        </p:grpSp>
      </p:grpSp>
      <p:sp>
        <p:nvSpPr>
          <p:cNvPr id="378" name="Google Shape;378;p22"/>
          <p:cNvSpPr txBox="1"/>
          <p:nvPr>
            <p:ph hasCustomPrompt="1" type="title"/>
          </p:nvPr>
        </p:nvSpPr>
        <p:spPr>
          <a:xfrm>
            <a:off x="1828775" y="731397"/>
            <a:ext cx="5486400" cy="86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79" name="Google Shape;379;p22"/>
          <p:cNvSpPr txBox="1"/>
          <p:nvPr>
            <p:ph idx="1" type="subTitle"/>
          </p:nvPr>
        </p:nvSpPr>
        <p:spPr>
          <a:xfrm>
            <a:off x="1828825" y="1600206"/>
            <a:ext cx="5486400" cy="3657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0" name="Google Shape;380;p22"/>
          <p:cNvSpPr txBox="1"/>
          <p:nvPr>
            <p:ph hasCustomPrompt="1" idx="2" type="title"/>
          </p:nvPr>
        </p:nvSpPr>
        <p:spPr>
          <a:xfrm>
            <a:off x="1828775" y="2052697"/>
            <a:ext cx="5486400" cy="86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81" name="Google Shape;381;p22"/>
          <p:cNvSpPr txBox="1"/>
          <p:nvPr>
            <p:ph idx="3" type="subTitle"/>
          </p:nvPr>
        </p:nvSpPr>
        <p:spPr>
          <a:xfrm>
            <a:off x="1828775" y="2921500"/>
            <a:ext cx="5486400" cy="3657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2" name="Google Shape;382;p22"/>
          <p:cNvSpPr txBox="1"/>
          <p:nvPr>
            <p:ph hasCustomPrompt="1" idx="4" type="title"/>
          </p:nvPr>
        </p:nvSpPr>
        <p:spPr>
          <a:xfrm>
            <a:off x="1828825" y="3373998"/>
            <a:ext cx="5486400" cy="86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83" name="Google Shape;383;p22"/>
          <p:cNvSpPr txBox="1"/>
          <p:nvPr>
            <p:ph idx="5" type="subTitle"/>
          </p:nvPr>
        </p:nvSpPr>
        <p:spPr>
          <a:xfrm>
            <a:off x="1828775" y="4242794"/>
            <a:ext cx="5486400" cy="3657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384" name="Shape 384"/>
        <p:cNvGrpSpPr/>
        <p:nvPr/>
      </p:nvGrpSpPr>
      <p:grpSpPr>
        <a:xfrm>
          <a:off x="0" y="0"/>
          <a:ext cx="0" cy="0"/>
          <a:chOff x="0" y="0"/>
          <a:chExt cx="0" cy="0"/>
        </a:xfrm>
      </p:grpSpPr>
      <p:pic>
        <p:nvPicPr>
          <p:cNvPr id="385" name="Google Shape;385;p23"/>
          <p:cNvPicPr preferRelativeResize="0"/>
          <p:nvPr/>
        </p:nvPicPr>
        <p:blipFill>
          <a:blip r:embed="rId2">
            <a:alphaModFix amt="20000"/>
          </a:blip>
          <a:stretch>
            <a:fillRect/>
          </a:stretch>
        </p:blipFill>
        <p:spPr>
          <a:xfrm>
            <a:off x="-91387" y="1031845"/>
            <a:ext cx="9326879" cy="4169115"/>
          </a:xfrm>
          <a:prstGeom prst="rect">
            <a:avLst/>
          </a:prstGeom>
          <a:noFill/>
          <a:ln>
            <a:noFill/>
          </a:ln>
        </p:spPr>
      </p:pic>
      <p:grpSp>
        <p:nvGrpSpPr>
          <p:cNvPr id="386" name="Google Shape;386;p23"/>
          <p:cNvGrpSpPr/>
          <p:nvPr/>
        </p:nvGrpSpPr>
        <p:grpSpPr>
          <a:xfrm>
            <a:off x="914400" y="535100"/>
            <a:ext cx="7406700" cy="4164575"/>
            <a:chOff x="914400" y="535100"/>
            <a:chExt cx="7406700" cy="4164575"/>
          </a:xfrm>
        </p:grpSpPr>
        <p:sp>
          <p:nvSpPr>
            <p:cNvPr id="387" name="Google Shape;387;p23"/>
            <p:cNvSpPr/>
            <p:nvPr/>
          </p:nvSpPr>
          <p:spPr>
            <a:xfrm>
              <a:off x="1005900" y="626275"/>
              <a:ext cx="7315200" cy="4073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 name="Google Shape;388;p23"/>
            <p:cNvGrpSpPr/>
            <p:nvPr/>
          </p:nvGrpSpPr>
          <p:grpSpPr>
            <a:xfrm>
              <a:off x="914400" y="535100"/>
              <a:ext cx="7315200" cy="4073400"/>
              <a:chOff x="914400" y="535100"/>
              <a:chExt cx="7315200" cy="4073400"/>
            </a:xfrm>
          </p:grpSpPr>
          <p:sp>
            <p:nvSpPr>
              <p:cNvPr id="389" name="Google Shape;389;p23"/>
              <p:cNvSpPr/>
              <p:nvPr/>
            </p:nvSpPr>
            <p:spPr>
              <a:xfrm>
                <a:off x="914400" y="535100"/>
                <a:ext cx="7315200" cy="4073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 name="Google Shape;390;p23"/>
              <p:cNvGrpSpPr/>
              <p:nvPr/>
            </p:nvGrpSpPr>
            <p:grpSpPr>
              <a:xfrm>
                <a:off x="7955100" y="626350"/>
                <a:ext cx="183000" cy="183000"/>
                <a:chOff x="8225400" y="367488"/>
                <a:chExt cx="183000" cy="183000"/>
              </a:xfrm>
            </p:grpSpPr>
            <p:cxnSp>
              <p:nvCxnSpPr>
                <p:cNvPr id="391" name="Google Shape;391;p23"/>
                <p:cNvCxnSpPr/>
                <p:nvPr/>
              </p:nvCxnSpPr>
              <p:spPr>
                <a:xfrm>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cxnSp>
              <p:nvCxnSpPr>
                <p:cNvPr id="392" name="Google Shape;392;p23"/>
                <p:cNvCxnSpPr/>
                <p:nvPr/>
              </p:nvCxnSpPr>
              <p:spPr>
                <a:xfrm rot="5400000">
                  <a:off x="8225400" y="367488"/>
                  <a:ext cx="183000" cy="183000"/>
                </a:xfrm>
                <a:prstGeom prst="straightConnector1">
                  <a:avLst/>
                </a:prstGeom>
                <a:noFill/>
                <a:ln cap="flat" cmpd="sng" w="28575">
                  <a:solidFill>
                    <a:schemeClr val="dk1"/>
                  </a:solidFill>
                  <a:prstDash val="solid"/>
                  <a:round/>
                  <a:headEnd len="med" w="med" type="none"/>
                  <a:tailEnd len="med" w="med" type="none"/>
                </a:ln>
              </p:spPr>
            </p:cxnSp>
          </p:grpSp>
          <p:sp>
            <p:nvSpPr>
              <p:cNvPr id="393" name="Google Shape;393;p23"/>
              <p:cNvSpPr/>
              <p:nvPr/>
            </p:nvSpPr>
            <p:spPr>
              <a:xfrm>
                <a:off x="7635000" y="626350"/>
                <a:ext cx="183000" cy="183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4" name="Google Shape;394;p23"/>
              <p:cNvCxnSpPr/>
              <p:nvPr/>
            </p:nvCxnSpPr>
            <p:spPr>
              <a:xfrm>
                <a:off x="7284899" y="809350"/>
                <a:ext cx="213000" cy="0"/>
              </a:xfrm>
              <a:prstGeom prst="straightConnector1">
                <a:avLst/>
              </a:prstGeom>
              <a:noFill/>
              <a:ln cap="flat" cmpd="sng" w="28575">
                <a:solidFill>
                  <a:schemeClr val="dk1"/>
                </a:solidFill>
                <a:prstDash val="solid"/>
                <a:round/>
                <a:headEnd len="med" w="med" type="none"/>
                <a:tailEnd len="med" w="med" type="none"/>
              </a:ln>
            </p:spPr>
          </p:cxnSp>
          <p:cxnSp>
            <p:nvCxnSpPr>
              <p:cNvPr id="395" name="Google Shape;395;p23"/>
              <p:cNvCxnSpPr/>
              <p:nvPr/>
            </p:nvCxnSpPr>
            <p:spPr>
              <a:xfrm>
                <a:off x="916188" y="900697"/>
                <a:ext cx="7310400" cy="0"/>
              </a:xfrm>
              <a:prstGeom prst="straightConnector1">
                <a:avLst/>
              </a:prstGeom>
              <a:noFill/>
              <a:ln cap="flat" cmpd="sng" w="28575">
                <a:solidFill>
                  <a:schemeClr val="dk1"/>
                </a:solidFill>
                <a:prstDash val="solid"/>
                <a:round/>
                <a:headEnd len="med" w="med" type="none"/>
                <a:tailEnd len="med" w="med" type="none"/>
              </a:ln>
            </p:spPr>
          </p:cxnSp>
        </p:grpSp>
      </p:grpSp>
      <p:sp>
        <p:nvSpPr>
          <p:cNvPr id="396" name="Google Shape;396;p23"/>
          <p:cNvSpPr txBox="1"/>
          <p:nvPr>
            <p:ph type="ctrTitle"/>
          </p:nvPr>
        </p:nvSpPr>
        <p:spPr>
          <a:xfrm>
            <a:off x="2285980" y="984428"/>
            <a:ext cx="4572000" cy="914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97" name="Google Shape;397;p23"/>
          <p:cNvSpPr txBox="1"/>
          <p:nvPr>
            <p:ph idx="1" type="subTitle"/>
          </p:nvPr>
        </p:nvSpPr>
        <p:spPr>
          <a:xfrm>
            <a:off x="2285980" y="1898836"/>
            <a:ext cx="45720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398" name="Google Shape;398;p23"/>
          <p:cNvSpPr txBox="1"/>
          <p:nvPr/>
        </p:nvSpPr>
        <p:spPr>
          <a:xfrm>
            <a:off x="2286020" y="3535412"/>
            <a:ext cx="4572000" cy="548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300"/>
              </a:spcBef>
              <a:spcAft>
                <a:spcPts val="0"/>
              </a:spcAft>
              <a:buNone/>
            </a:pPr>
            <a:r>
              <a:rPr b="1" lang="en" sz="1000">
                <a:solidFill>
                  <a:schemeClr val="dk1"/>
                </a:solidFill>
                <a:latin typeface="Karla"/>
                <a:ea typeface="Karla"/>
                <a:cs typeface="Karla"/>
                <a:sym typeface="Karla"/>
              </a:rPr>
              <a:t>CREDITS</a:t>
            </a:r>
            <a:r>
              <a:rPr lang="en" sz="1000">
                <a:solidFill>
                  <a:schemeClr val="dk1"/>
                </a:solidFill>
                <a:latin typeface="Karla"/>
                <a:ea typeface="Karla"/>
                <a:cs typeface="Karla"/>
                <a:sym typeface="Karla"/>
              </a:rPr>
              <a:t>: This presentation template was created by </a:t>
            </a:r>
            <a:r>
              <a:rPr b="1" lang="en" sz="1000">
                <a:solidFill>
                  <a:schemeClr val="dk1"/>
                </a:solidFill>
                <a:uFill>
                  <a:noFill/>
                </a:uFill>
                <a:latin typeface="Karla"/>
                <a:ea typeface="Karla"/>
                <a:cs typeface="Karla"/>
                <a:sym typeface="Karla"/>
                <a:hlinkClick r:id="rId3">
                  <a:extLst>
                    <a:ext uri="{A12FA001-AC4F-418D-AE19-62706E023703}">
                      <ahyp:hlinkClr val="tx"/>
                    </a:ext>
                  </a:extLst>
                </a:hlinkClick>
              </a:rPr>
              <a:t>Slidesgo</a:t>
            </a:r>
            <a:r>
              <a:rPr lang="en" sz="1000">
                <a:solidFill>
                  <a:schemeClr val="dk1"/>
                </a:solidFill>
                <a:latin typeface="Karla"/>
                <a:ea typeface="Karla"/>
                <a:cs typeface="Karla"/>
                <a:sym typeface="Karla"/>
              </a:rPr>
              <a:t>, including icons by </a:t>
            </a:r>
            <a:r>
              <a:rPr b="1" lang="en" sz="1000">
                <a:solidFill>
                  <a:schemeClr val="dk1"/>
                </a:solidFill>
                <a:uFill>
                  <a:noFill/>
                </a:uFill>
                <a:latin typeface="Karla"/>
                <a:ea typeface="Karla"/>
                <a:cs typeface="Karla"/>
                <a:sym typeface="Karla"/>
                <a:hlinkClick r:id="rId4">
                  <a:extLst>
                    <a:ext uri="{A12FA001-AC4F-418D-AE19-62706E023703}">
                      <ahyp:hlinkClr val="tx"/>
                    </a:ext>
                  </a:extLst>
                </a:hlinkClick>
              </a:rPr>
              <a:t>Flaticon</a:t>
            </a:r>
            <a:r>
              <a:rPr lang="en" sz="1000">
                <a:solidFill>
                  <a:schemeClr val="dk1"/>
                </a:solidFill>
                <a:latin typeface="Karla"/>
                <a:ea typeface="Karla"/>
                <a:cs typeface="Karla"/>
                <a:sym typeface="Karla"/>
              </a:rPr>
              <a:t>, and infographics &amp; images by </a:t>
            </a:r>
            <a:r>
              <a:rPr b="1" lang="en" sz="1000">
                <a:solidFill>
                  <a:schemeClr val="dk1"/>
                </a:solidFill>
                <a:uFill>
                  <a:noFill/>
                </a:uFill>
                <a:latin typeface="Karla"/>
                <a:ea typeface="Karla"/>
                <a:cs typeface="Karla"/>
                <a:sym typeface="Karla"/>
                <a:hlinkClick r:id="rId5">
                  <a:extLst>
                    <a:ext uri="{A12FA001-AC4F-418D-AE19-62706E023703}">
                      <ahyp:hlinkClr val="tx"/>
                    </a:ext>
                  </a:extLst>
                </a:hlinkClick>
              </a:rPr>
              <a:t>Freepik</a:t>
            </a:r>
            <a:endParaRPr b="1" sz="1000">
              <a:solidFill>
                <a:schemeClr val="dk1"/>
              </a:solidFill>
              <a:latin typeface="Karla"/>
              <a:ea typeface="Karla"/>
              <a:cs typeface="Karla"/>
              <a:sym typeface="Karl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99" name="Shape 399"/>
        <p:cNvGrpSpPr/>
        <p:nvPr/>
      </p:nvGrpSpPr>
      <p:grpSpPr>
        <a:xfrm>
          <a:off x="0" y="0"/>
          <a:ext cx="0" cy="0"/>
          <a:chOff x="0" y="0"/>
          <a:chExt cx="0" cy="0"/>
        </a:xfrm>
      </p:grpSpPr>
      <p:pic>
        <p:nvPicPr>
          <p:cNvPr id="400" name="Google Shape;400;p24"/>
          <p:cNvPicPr preferRelativeResize="0"/>
          <p:nvPr/>
        </p:nvPicPr>
        <p:blipFill>
          <a:blip r:embed="rId2">
            <a:alphaModFix amt="20000"/>
          </a:blip>
          <a:stretch>
            <a:fillRect/>
          </a:stretch>
        </p:blipFill>
        <p:spPr>
          <a:xfrm>
            <a:off x="-91387" y="1031845"/>
            <a:ext cx="9326879" cy="416911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01" name="Shape 4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Rubik Black"/>
              <a:buNone/>
              <a:defRPr sz="3500">
                <a:solidFill>
                  <a:schemeClr val="dk1"/>
                </a:solidFill>
                <a:latin typeface="Rubik Black"/>
                <a:ea typeface="Rubik Black"/>
                <a:cs typeface="Rubik Black"/>
                <a:sym typeface="Rubik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indent="-317500" lvl="1" marL="9144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indent="-317500" lvl="2" marL="13716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indent="-317500" lvl="3" marL="18288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indent="-317500" lvl="4" marL="22860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indent="-317500" lvl="5" marL="27432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indent="-317500" lvl="6" marL="32004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indent="-317500" lvl="7" marL="36576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indent="-317500" lvl="8" marL="41148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guide id="5" pos="2880">
          <p15:clr>
            <a:srgbClr val="EA4335"/>
          </p15:clr>
        </p15:guide>
        <p15:guide id="6" orient="horz" pos="1620">
          <p15:clr>
            <a:srgbClr val="EA4335"/>
          </p15:clr>
        </p15:guide>
        <p15:guide id="7" pos="173">
          <p15:clr>
            <a:srgbClr val="EA4335"/>
          </p15:clr>
        </p15:guide>
        <p15:guide id="8" orient="horz" pos="173">
          <p15:clr>
            <a:srgbClr val="EA4335"/>
          </p15:clr>
        </p15:guide>
        <p15:guide id="9" pos="5587">
          <p15:clr>
            <a:srgbClr val="EA4335"/>
          </p15:clr>
        </p15:guide>
        <p15:guide id="10" orient="horz" pos="3067">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2.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comments" Target="../comments/commen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comments" Target="../comments/commen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6"/>
          <p:cNvSpPr txBox="1"/>
          <p:nvPr>
            <p:ph type="ctrTitle"/>
          </p:nvPr>
        </p:nvSpPr>
        <p:spPr>
          <a:xfrm>
            <a:off x="1828800" y="1174903"/>
            <a:ext cx="5486400" cy="2469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五夏 5SMR Lessons Learned</a:t>
            </a:r>
            <a:endParaRPr/>
          </a:p>
        </p:txBody>
      </p:sp>
      <p:sp>
        <p:nvSpPr>
          <p:cNvPr id="407" name="Google Shape;407;p26"/>
          <p:cNvSpPr txBox="1"/>
          <p:nvPr>
            <p:ph idx="1" type="subTitle"/>
          </p:nvPr>
        </p:nvSpPr>
        <p:spPr>
          <a:xfrm>
            <a:off x="1252904" y="3877100"/>
            <a:ext cx="62808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Rachel Haberman, Shivani Balachandar, Samantha Lin, &amp; Michelle Lee</a:t>
            </a:r>
            <a:endParaRPr/>
          </a:p>
        </p:txBody>
      </p:sp>
      <p:grpSp>
        <p:nvGrpSpPr>
          <p:cNvPr id="408" name="Google Shape;408;p26"/>
          <p:cNvGrpSpPr/>
          <p:nvPr/>
        </p:nvGrpSpPr>
        <p:grpSpPr>
          <a:xfrm>
            <a:off x="136938" y="2571748"/>
            <a:ext cx="1827475" cy="1051350"/>
            <a:chOff x="274188" y="1278048"/>
            <a:chExt cx="1827475" cy="1051350"/>
          </a:xfrm>
        </p:grpSpPr>
        <p:sp>
          <p:nvSpPr>
            <p:cNvPr id="409" name="Google Shape;409;p26"/>
            <p:cNvSpPr/>
            <p:nvPr/>
          </p:nvSpPr>
          <p:spPr>
            <a:xfrm>
              <a:off x="364363" y="1369398"/>
              <a:ext cx="1737300" cy="9600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0" name="Google Shape;410;p26"/>
            <p:cNvGrpSpPr/>
            <p:nvPr/>
          </p:nvGrpSpPr>
          <p:grpSpPr>
            <a:xfrm>
              <a:off x="274188" y="1278048"/>
              <a:ext cx="1737300" cy="960000"/>
              <a:chOff x="7146475" y="2190661"/>
              <a:chExt cx="1737300" cy="960000"/>
            </a:xfrm>
          </p:grpSpPr>
          <p:sp>
            <p:nvSpPr>
              <p:cNvPr id="411" name="Google Shape;411;p26"/>
              <p:cNvSpPr/>
              <p:nvPr/>
            </p:nvSpPr>
            <p:spPr>
              <a:xfrm>
                <a:off x="7146475" y="2190661"/>
                <a:ext cx="1737300" cy="9600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2" name="Google Shape;412;p26"/>
              <p:cNvCxnSpPr/>
              <p:nvPr/>
            </p:nvCxnSpPr>
            <p:spPr>
              <a:xfrm>
                <a:off x="7151600" y="2373361"/>
                <a:ext cx="1724700" cy="0"/>
              </a:xfrm>
              <a:prstGeom prst="straightConnector1">
                <a:avLst/>
              </a:prstGeom>
              <a:noFill/>
              <a:ln cap="flat" cmpd="sng" w="28575">
                <a:solidFill>
                  <a:schemeClr val="dk1"/>
                </a:solidFill>
                <a:prstDash val="solid"/>
                <a:round/>
                <a:headEnd len="med" w="med" type="none"/>
                <a:tailEnd len="med" w="med" type="none"/>
              </a:ln>
            </p:spPr>
          </p:cxnSp>
        </p:grpSp>
        <p:grpSp>
          <p:nvGrpSpPr>
            <p:cNvPr id="413" name="Google Shape;413;p26"/>
            <p:cNvGrpSpPr/>
            <p:nvPr/>
          </p:nvGrpSpPr>
          <p:grpSpPr>
            <a:xfrm>
              <a:off x="447057" y="1555937"/>
              <a:ext cx="1391436" cy="587426"/>
              <a:chOff x="817139" y="2952501"/>
              <a:chExt cx="1391436" cy="587426"/>
            </a:xfrm>
          </p:grpSpPr>
          <p:sp>
            <p:nvSpPr>
              <p:cNvPr id="414" name="Google Shape;414;p26"/>
              <p:cNvSpPr/>
              <p:nvPr/>
            </p:nvSpPr>
            <p:spPr>
              <a:xfrm>
                <a:off x="834354" y="3033062"/>
                <a:ext cx="328236" cy="324038"/>
              </a:xfrm>
              <a:custGeom>
                <a:rect b="b" l="l" r="r" t="t"/>
                <a:pathLst>
                  <a:path extrusionOk="0" h="8733" w="8732">
                    <a:moveTo>
                      <a:pt x="4366" y="1"/>
                    </a:moveTo>
                    <a:cubicBezTo>
                      <a:pt x="1951" y="1"/>
                      <a:pt x="0" y="1952"/>
                      <a:pt x="0" y="4366"/>
                    </a:cubicBezTo>
                    <a:cubicBezTo>
                      <a:pt x="0" y="6757"/>
                      <a:pt x="1951" y="8732"/>
                      <a:pt x="4366" y="8732"/>
                    </a:cubicBezTo>
                    <a:cubicBezTo>
                      <a:pt x="6780" y="8732"/>
                      <a:pt x="8732" y="6757"/>
                      <a:pt x="8732" y="4366"/>
                    </a:cubicBezTo>
                    <a:cubicBezTo>
                      <a:pt x="8732" y="1952"/>
                      <a:pt x="6780" y="1"/>
                      <a:pt x="4366"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6"/>
              <p:cNvSpPr/>
              <p:nvPr/>
            </p:nvSpPr>
            <p:spPr>
              <a:xfrm>
                <a:off x="817139" y="3173107"/>
                <a:ext cx="735110" cy="366820"/>
              </a:xfrm>
              <a:custGeom>
                <a:rect b="b" l="l" r="r" t="t"/>
                <a:pathLst>
                  <a:path extrusionOk="0" h="9886" w="19556">
                    <a:moveTo>
                      <a:pt x="10025" y="0"/>
                    </a:moveTo>
                    <a:cubicBezTo>
                      <a:pt x="7970" y="0"/>
                      <a:pt x="5937" y="1254"/>
                      <a:pt x="5263" y="3544"/>
                    </a:cubicBezTo>
                    <a:cubicBezTo>
                      <a:pt x="4773" y="3298"/>
                      <a:pt x="4258" y="3184"/>
                      <a:pt x="3754" y="3184"/>
                    </a:cubicBezTo>
                    <a:cubicBezTo>
                      <a:pt x="2252" y="3184"/>
                      <a:pt x="848" y="4199"/>
                      <a:pt x="482" y="5787"/>
                    </a:cubicBezTo>
                    <a:cubicBezTo>
                      <a:pt x="0" y="7884"/>
                      <a:pt x="1590" y="9886"/>
                      <a:pt x="3723" y="9886"/>
                    </a:cubicBezTo>
                    <a:cubicBezTo>
                      <a:pt x="3748" y="9886"/>
                      <a:pt x="3774" y="9885"/>
                      <a:pt x="3799" y="9885"/>
                    </a:cubicBezTo>
                    <a:lnTo>
                      <a:pt x="15531" y="9885"/>
                    </a:lnTo>
                    <a:cubicBezTo>
                      <a:pt x="17750" y="9885"/>
                      <a:pt x="19555" y="8104"/>
                      <a:pt x="19555" y="5885"/>
                    </a:cubicBezTo>
                    <a:cubicBezTo>
                      <a:pt x="19555" y="3641"/>
                      <a:pt x="17750" y="1861"/>
                      <a:pt x="15531" y="1861"/>
                    </a:cubicBezTo>
                    <a:cubicBezTo>
                      <a:pt x="15019" y="1861"/>
                      <a:pt x="14531" y="1958"/>
                      <a:pt x="14068" y="2129"/>
                    </a:cubicBezTo>
                    <a:cubicBezTo>
                      <a:pt x="13064" y="681"/>
                      <a:pt x="11538" y="0"/>
                      <a:pt x="1002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6"/>
              <p:cNvSpPr/>
              <p:nvPr/>
            </p:nvSpPr>
            <p:spPr>
              <a:xfrm>
                <a:off x="1739143" y="2952501"/>
                <a:ext cx="162314" cy="219958"/>
              </a:xfrm>
              <a:custGeom>
                <a:rect b="b" l="l" r="r" t="t"/>
                <a:pathLst>
                  <a:path extrusionOk="0" h="5928" w="4318">
                    <a:moveTo>
                      <a:pt x="2245" y="1"/>
                    </a:moveTo>
                    <a:cubicBezTo>
                      <a:pt x="1976" y="1"/>
                      <a:pt x="1708" y="25"/>
                      <a:pt x="1440" y="99"/>
                    </a:cubicBezTo>
                    <a:cubicBezTo>
                      <a:pt x="1196" y="147"/>
                      <a:pt x="976" y="245"/>
                      <a:pt x="757" y="367"/>
                    </a:cubicBezTo>
                    <a:cubicBezTo>
                      <a:pt x="489" y="513"/>
                      <a:pt x="245" y="708"/>
                      <a:pt x="1" y="928"/>
                    </a:cubicBezTo>
                    <a:lnTo>
                      <a:pt x="854" y="1952"/>
                    </a:lnTo>
                    <a:cubicBezTo>
                      <a:pt x="1050" y="1757"/>
                      <a:pt x="1269" y="1611"/>
                      <a:pt x="1489" y="1464"/>
                    </a:cubicBezTo>
                    <a:cubicBezTo>
                      <a:pt x="1659" y="1367"/>
                      <a:pt x="1854" y="1318"/>
                      <a:pt x="2049" y="1318"/>
                    </a:cubicBezTo>
                    <a:cubicBezTo>
                      <a:pt x="2196" y="1318"/>
                      <a:pt x="2367" y="1367"/>
                      <a:pt x="2464" y="1440"/>
                    </a:cubicBezTo>
                    <a:cubicBezTo>
                      <a:pt x="2562" y="1538"/>
                      <a:pt x="2635" y="1684"/>
                      <a:pt x="2610" y="1806"/>
                    </a:cubicBezTo>
                    <a:cubicBezTo>
                      <a:pt x="2610" y="1928"/>
                      <a:pt x="2586" y="2050"/>
                      <a:pt x="2537" y="2172"/>
                    </a:cubicBezTo>
                    <a:cubicBezTo>
                      <a:pt x="2488" y="2318"/>
                      <a:pt x="2391" y="2440"/>
                      <a:pt x="2293" y="2562"/>
                    </a:cubicBezTo>
                    <a:cubicBezTo>
                      <a:pt x="2171" y="2733"/>
                      <a:pt x="1879" y="3025"/>
                      <a:pt x="1489" y="3440"/>
                    </a:cubicBezTo>
                    <a:lnTo>
                      <a:pt x="50" y="4903"/>
                    </a:lnTo>
                    <a:lnTo>
                      <a:pt x="50" y="5928"/>
                    </a:lnTo>
                    <a:lnTo>
                      <a:pt x="4318" y="5928"/>
                    </a:lnTo>
                    <a:lnTo>
                      <a:pt x="4318" y="4659"/>
                    </a:lnTo>
                    <a:lnTo>
                      <a:pt x="2098" y="4659"/>
                    </a:lnTo>
                    <a:lnTo>
                      <a:pt x="2098" y="4611"/>
                    </a:lnTo>
                    <a:cubicBezTo>
                      <a:pt x="2757" y="4050"/>
                      <a:pt x="3171" y="3635"/>
                      <a:pt x="3367" y="3440"/>
                    </a:cubicBezTo>
                    <a:cubicBezTo>
                      <a:pt x="3562" y="3245"/>
                      <a:pt x="3708" y="3050"/>
                      <a:pt x="3854" y="2830"/>
                    </a:cubicBezTo>
                    <a:cubicBezTo>
                      <a:pt x="4098" y="2464"/>
                      <a:pt x="4220" y="2025"/>
                      <a:pt x="4220" y="1611"/>
                    </a:cubicBezTo>
                    <a:cubicBezTo>
                      <a:pt x="4220" y="1294"/>
                      <a:pt x="4123" y="1025"/>
                      <a:pt x="3952" y="781"/>
                    </a:cubicBezTo>
                    <a:cubicBezTo>
                      <a:pt x="3781" y="513"/>
                      <a:pt x="3562" y="318"/>
                      <a:pt x="3269" y="196"/>
                    </a:cubicBezTo>
                    <a:cubicBezTo>
                      <a:pt x="2952" y="50"/>
                      <a:pt x="2610" y="1"/>
                      <a:pt x="22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6"/>
              <p:cNvSpPr/>
              <p:nvPr/>
            </p:nvSpPr>
            <p:spPr>
              <a:xfrm>
                <a:off x="1926175" y="2955247"/>
                <a:ext cx="129310" cy="217213"/>
              </a:xfrm>
              <a:custGeom>
                <a:rect b="b" l="l" r="r" t="t"/>
                <a:pathLst>
                  <a:path extrusionOk="0" h="5854" w="3440">
                    <a:moveTo>
                      <a:pt x="2000" y="0"/>
                    </a:moveTo>
                    <a:lnTo>
                      <a:pt x="0" y="1659"/>
                    </a:lnTo>
                    <a:lnTo>
                      <a:pt x="805" y="2659"/>
                    </a:lnTo>
                    <a:lnTo>
                      <a:pt x="1488" y="2122"/>
                    </a:lnTo>
                    <a:cubicBezTo>
                      <a:pt x="1610" y="2000"/>
                      <a:pt x="1732" y="1878"/>
                      <a:pt x="1854" y="1732"/>
                    </a:cubicBezTo>
                    <a:lnTo>
                      <a:pt x="1854" y="1732"/>
                    </a:lnTo>
                    <a:cubicBezTo>
                      <a:pt x="1829" y="2049"/>
                      <a:pt x="1829" y="2390"/>
                      <a:pt x="1829" y="2756"/>
                    </a:cubicBezTo>
                    <a:lnTo>
                      <a:pt x="1829" y="5854"/>
                    </a:lnTo>
                    <a:lnTo>
                      <a:pt x="3439" y="5854"/>
                    </a:lnTo>
                    <a:lnTo>
                      <a:pt x="34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6"/>
              <p:cNvSpPr/>
              <p:nvPr/>
            </p:nvSpPr>
            <p:spPr>
              <a:xfrm>
                <a:off x="2096669" y="2952501"/>
                <a:ext cx="111905" cy="112354"/>
              </a:xfrm>
              <a:custGeom>
                <a:rect b="b" l="l" r="r" t="t"/>
                <a:pathLst>
                  <a:path extrusionOk="0" h="3028" w="2977">
                    <a:moveTo>
                      <a:pt x="1537" y="830"/>
                    </a:moveTo>
                    <a:cubicBezTo>
                      <a:pt x="1806" y="830"/>
                      <a:pt x="1928" y="1050"/>
                      <a:pt x="1928" y="1513"/>
                    </a:cubicBezTo>
                    <a:cubicBezTo>
                      <a:pt x="1928" y="1977"/>
                      <a:pt x="1806" y="2220"/>
                      <a:pt x="1537" y="2220"/>
                    </a:cubicBezTo>
                    <a:cubicBezTo>
                      <a:pt x="1415" y="2220"/>
                      <a:pt x="1293" y="2147"/>
                      <a:pt x="1220" y="2050"/>
                    </a:cubicBezTo>
                    <a:cubicBezTo>
                      <a:pt x="1147" y="1879"/>
                      <a:pt x="1123" y="1684"/>
                      <a:pt x="1123" y="1513"/>
                    </a:cubicBezTo>
                    <a:lnTo>
                      <a:pt x="1147" y="1513"/>
                    </a:lnTo>
                    <a:cubicBezTo>
                      <a:pt x="1147" y="1050"/>
                      <a:pt x="1269" y="830"/>
                      <a:pt x="1537" y="830"/>
                    </a:cubicBezTo>
                    <a:close/>
                    <a:moveTo>
                      <a:pt x="1562" y="1"/>
                    </a:moveTo>
                    <a:cubicBezTo>
                      <a:pt x="1171" y="1"/>
                      <a:pt x="781" y="147"/>
                      <a:pt x="513" y="416"/>
                    </a:cubicBezTo>
                    <a:cubicBezTo>
                      <a:pt x="1" y="1050"/>
                      <a:pt x="1" y="1977"/>
                      <a:pt x="513" y="2611"/>
                    </a:cubicBezTo>
                    <a:cubicBezTo>
                      <a:pt x="764" y="2862"/>
                      <a:pt x="1101" y="3028"/>
                      <a:pt x="1463" y="3028"/>
                    </a:cubicBezTo>
                    <a:cubicBezTo>
                      <a:pt x="1488" y="3028"/>
                      <a:pt x="1513" y="3027"/>
                      <a:pt x="1537" y="3025"/>
                    </a:cubicBezTo>
                    <a:cubicBezTo>
                      <a:pt x="1565" y="3027"/>
                      <a:pt x="1593" y="3028"/>
                      <a:pt x="1621" y="3028"/>
                    </a:cubicBezTo>
                    <a:cubicBezTo>
                      <a:pt x="1980" y="3028"/>
                      <a:pt x="2314" y="2882"/>
                      <a:pt x="2586" y="2611"/>
                    </a:cubicBezTo>
                    <a:cubicBezTo>
                      <a:pt x="2854" y="2318"/>
                      <a:pt x="2976" y="1928"/>
                      <a:pt x="2952" y="1513"/>
                    </a:cubicBezTo>
                    <a:cubicBezTo>
                      <a:pt x="2976" y="1123"/>
                      <a:pt x="2830" y="733"/>
                      <a:pt x="2586" y="416"/>
                    </a:cubicBezTo>
                    <a:cubicBezTo>
                      <a:pt x="2318" y="147"/>
                      <a:pt x="1928" y="1"/>
                      <a:pt x="15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19" name="Google Shape;419;p26"/>
          <p:cNvSpPr/>
          <p:nvPr/>
        </p:nvSpPr>
        <p:spPr>
          <a:xfrm>
            <a:off x="1099325" y="4336621"/>
            <a:ext cx="457208" cy="164590"/>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26"/>
          <p:cNvGrpSpPr/>
          <p:nvPr/>
        </p:nvGrpSpPr>
        <p:grpSpPr>
          <a:xfrm>
            <a:off x="6761147" y="3414805"/>
            <a:ext cx="689546" cy="208288"/>
            <a:chOff x="6761147" y="3414805"/>
            <a:chExt cx="689546" cy="208288"/>
          </a:xfrm>
        </p:grpSpPr>
        <p:sp>
          <p:nvSpPr>
            <p:cNvPr id="421" name="Google Shape;421;p26"/>
            <p:cNvSpPr/>
            <p:nvPr/>
          </p:nvSpPr>
          <p:spPr>
            <a:xfrm>
              <a:off x="6993487" y="3563457"/>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6"/>
            <p:cNvSpPr/>
            <p:nvPr/>
          </p:nvSpPr>
          <p:spPr>
            <a:xfrm>
              <a:off x="6761147" y="3414805"/>
              <a:ext cx="457196" cy="57149"/>
            </a:xfrm>
            <a:custGeom>
              <a:rect b="b" l="l" r="r" t="t"/>
              <a:pathLst>
                <a:path extrusionOk="0" h="1391" w="11732">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 name="Google Shape;423;p26"/>
          <p:cNvGrpSpPr/>
          <p:nvPr/>
        </p:nvGrpSpPr>
        <p:grpSpPr>
          <a:xfrm>
            <a:off x="136938" y="1047512"/>
            <a:ext cx="1371600" cy="1375875"/>
            <a:chOff x="299013" y="1079125"/>
            <a:chExt cx="1371600" cy="1375875"/>
          </a:xfrm>
        </p:grpSpPr>
        <p:sp>
          <p:nvSpPr>
            <p:cNvPr id="424" name="Google Shape;424;p26"/>
            <p:cNvSpPr/>
            <p:nvPr/>
          </p:nvSpPr>
          <p:spPr>
            <a:xfrm>
              <a:off x="390513" y="1174900"/>
              <a:ext cx="1280100" cy="1280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6"/>
            <p:cNvSpPr/>
            <p:nvPr/>
          </p:nvSpPr>
          <p:spPr>
            <a:xfrm>
              <a:off x="299013" y="1079125"/>
              <a:ext cx="1280100" cy="1280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 name="Google Shape;426;p26"/>
            <p:cNvGrpSpPr/>
            <p:nvPr/>
          </p:nvGrpSpPr>
          <p:grpSpPr>
            <a:xfrm>
              <a:off x="396400" y="1384064"/>
              <a:ext cx="1085400" cy="635100"/>
              <a:chOff x="396400" y="1399225"/>
              <a:chExt cx="1085400" cy="635100"/>
            </a:xfrm>
          </p:grpSpPr>
          <p:sp>
            <p:nvSpPr>
              <p:cNvPr id="427" name="Google Shape;427;p26"/>
              <p:cNvSpPr/>
              <p:nvPr/>
            </p:nvSpPr>
            <p:spPr>
              <a:xfrm>
                <a:off x="396400" y="1399225"/>
                <a:ext cx="1085400" cy="635100"/>
              </a:xfrm>
              <a:prstGeom prst="roundRect">
                <a:avLst>
                  <a:gd fmla="val 0" name="adj"/>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 name="Google Shape;428;p26"/>
              <p:cNvGrpSpPr/>
              <p:nvPr/>
            </p:nvGrpSpPr>
            <p:grpSpPr>
              <a:xfrm>
                <a:off x="712181" y="1506835"/>
                <a:ext cx="453838" cy="419880"/>
                <a:chOff x="733647" y="1423686"/>
                <a:chExt cx="453838" cy="419880"/>
              </a:xfrm>
            </p:grpSpPr>
            <p:sp>
              <p:nvSpPr>
                <p:cNvPr id="429" name="Google Shape;429;p26"/>
                <p:cNvSpPr/>
                <p:nvPr/>
              </p:nvSpPr>
              <p:spPr>
                <a:xfrm>
                  <a:off x="733647" y="1423686"/>
                  <a:ext cx="453838" cy="419880"/>
                </a:xfrm>
                <a:custGeom>
                  <a:rect b="b" l="l" r="r" t="t"/>
                  <a:pathLst>
                    <a:path extrusionOk="0" h="9055" w="9781">
                      <a:moveTo>
                        <a:pt x="4904" y="1"/>
                      </a:moveTo>
                      <a:cubicBezTo>
                        <a:pt x="4654" y="1"/>
                        <a:pt x="4401" y="21"/>
                        <a:pt x="4147" y="64"/>
                      </a:cubicBezTo>
                      <a:cubicBezTo>
                        <a:pt x="1659" y="479"/>
                        <a:pt x="1" y="2820"/>
                        <a:pt x="440" y="5284"/>
                      </a:cubicBezTo>
                      <a:cubicBezTo>
                        <a:pt x="811" y="7493"/>
                        <a:pt x="2733" y="9054"/>
                        <a:pt x="4902" y="9054"/>
                      </a:cubicBezTo>
                      <a:cubicBezTo>
                        <a:pt x="5152" y="9054"/>
                        <a:pt x="5405" y="9034"/>
                        <a:pt x="5659" y="8991"/>
                      </a:cubicBezTo>
                      <a:cubicBezTo>
                        <a:pt x="8122" y="8576"/>
                        <a:pt x="9781" y="6235"/>
                        <a:pt x="9366" y="3771"/>
                      </a:cubicBezTo>
                      <a:cubicBezTo>
                        <a:pt x="8994" y="1562"/>
                        <a:pt x="7073" y="1"/>
                        <a:pt x="4904"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6"/>
                <p:cNvSpPr/>
                <p:nvPr/>
              </p:nvSpPr>
              <p:spPr>
                <a:xfrm>
                  <a:off x="898875" y="1539755"/>
                  <a:ext cx="163003" cy="188911"/>
                </a:xfrm>
                <a:custGeom>
                  <a:rect b="b" l="l" r="r" t="t"/>
                  <a:pathLst>
                    <a:path extrusionOk="0" h="4074" w="3513">
                      <a:moveTo>
                        <a:pt x="1" y="0"/>
                      </a:moveTo>
                      <a:lnTo>
                        <a:pt x="1" y="4073"/>
                      </a:lnTo>
                      <a:lnTo>
                        <a:pt x="3513" y="2024"/>
                      </a:lnTo>
                      <a:lnTo>
                        <a:pt x="1"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1" name="Google Shape;431;p26"/>
            <p:cNvGrpSpPr/>
            <p:nvPr/>
          </p:nvGrpSpPr>
          <p:grpSpPr>
            <a:xfrm>
              <a:off x="396391" y="2141102"/>
              <a:ext cx="1085342" cy="96171"/>
              <a:chOff x="417899" y="2116530"/>
              <a:chExt cx="1085342" cy="96171"/>
            </a:xfrm>
          </p:grpSpPr>
          <p:sp>
            <p:nvSpPr>
              <p:cNvPr id="432" name="Google Shape;432;p26"/>
              <p:cNvSpPr/>
              <p:nvPr/>
            </p:nvSpPr>
            <p:spPr>
              <a:xfrm>
                <a:off x="417899" y="2116530"/>
                <a:ext cx="1085342" cy="96171"/>
              </a:xfrm>
              <a:custGeom>
                <a:rect b="b" l="l" r="r" t="t"/>
                <a:pathLst>
                  <a:path extrusionOk="0" h="2074" w="23391">
                    <a:moveTo>
                      <a:pt x="1025" y="1"/>
                    </a:moveTo>
                    <a:cubicBezTo>
                      <a:pt x="464" y="1"/>
                      <a:pt x="1" y="464"/>
                      <a:pt x="1" y="1050"/>
                    </a:cubicBezTo>
                    <a:cubicBezTo>
                      <a:pt x="1" y="1611"/>
                      <a:pt x="464" y="2074"/>
                      <a:pt x="1025" y="2074"/>
                    </a:cubicBezTo>
                    <a:lnTo>
                      <a:pt x="22366" y="2074"/>
                    </a:lnTo>
                    <a:cubicBezTo>
                      <a:pt x="22927" y="2074"/>
                      <a:pt x="23391" y="1611"/>
                      <a:pt x="23391" y="1050"/>
                    </a:cubicBezTo>
                    <a:cubicBezTo>
                      <a:pt x="23391" y="464"/>
                      <a:pt x="22927" y="1"/>
                      <a:pt x="22366"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6"/>
              <p:cNvSpPr/>
              <p:nvPr/>
            </p:nvSpPr>
            <p:spPr>
              <a:xfrm>
                <a:off x="417899" y="2116530"/>
                <a:ext cx="555733" cy="96171"/>
              </a:xfrm>
              <a:custGeom>
                <a:rect b="b" l="l" r="r" t="t"/>
                <a:pathLst>
                  <a:path extrusionOk="0" h="2074" w="11977">
                    <a:moveTo>
                      <a:pt x="1025" y="1"/>
                    </a:moveTo>
                    <a:cubicBezTo>
                      <a:pt x="464" y="1"/>
                      <a:pt x="1" y="464"/>
                      <a:pt x="1" y="1050"/>
                    </a:cubicBezTo>
                    <a:cubicBezTo>
                      <a:pt x="1" y="1611"/>
                      <a:pt x="464" y="2074"/>
                      <a:pt x="1025" y="2074"/>
                    </a:cubicBezTo>
                    <a:lnTo>
                      <a:pt x="11976" y="2074"/>
                    </a:lnTo>
                    <a:lnTo>
                      <a:pt x="11976" y="1"/>
                    </a:ln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34" name="Google Shape;434;p26"/>
            <p:cNvCxnSpPr/>
            <p:nvPr/>
          </p:nvCxnSpPr>
          <p:spPr>
            <a:xfrm>
              <a:off x="308975" y="1262125"/>
              <a:ext cx="1263300" cy="0"/>
            </a:xfrm>
            <a:prstGeom prst="straightConnector1">
              <a:avLst/>
            </a:prstGeom>
            <a:noFill/>
            <a:ln cap="flat" cmpd="sng" w="28575">
              <a:solidFill>
                <a:schemeClr val="dk1"/>
              </a:solidFill>
              <a:prstDash val="solid"/>
              <a:round/>
              <a:headEnd len="med" w="med" type="none"/>
              <a:tailEnd len="med" w="med" type="none"/>
            </a:ln>
          </p:spPr>
        </p:cxnSp>
      </p:grpSp>
      <p:grpSp>
        <p:nvGrpSpPr>
          <p:cNvPr id="435" name="Google Shape;435;p26"/>
          <p:cNvGrpSpPr/>
          <p:nvPr/>
        </p:nvGrpSpPr>
        <p:grpSpPr>
          <a:xfrm>
            <a:off x="7450704" y="1174899"/>
            <a:ext cx="1646100" cy="1188900"/>
            <a:chOff x="7403363" y="1047512"/>
            <a:chExt cx="1646100" cy="1188900"/>
          </a:xfrm>
        </p:grpSpPr>
        <p:sp>
          <p:nvSpPr>
            <p:cNvPr id="436" name="Google Shape;436;p26"/>
            <p:cNvSpPr/>
            <p:nvPr/>
          </p:nvSpPr>
          <p:spPr>
            <a:xfrm>
              <a:off x="7494863" y="1139012"/>
              <a:ext cx="1554600" cy="10974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6"/>
            <p:cNvSpPr/>
            <p:nvPr/>
          </p:nvSpPr>
          <p:spPr>
            <a:xfrm>
              <a:off x="7403363" y="1047512"/>
              <a:ext cx="1554600" cy="10974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8" name="Google Shape;438;p26"/>
            <p:cNvCxnSpPr/>
            <p:nvPr/>
          </p:nvCxnSpPr>
          <p:spPr>
            <a:xfrm>
              <a:off x="7413325" y="1230512"/>
              <a:ext cx="1544700" cy="0"/>
            </a:xfrm>
            <a:prstGeom prst="straightConnector1">
              <a:avLst/>
            </a:prstGeom>
            <a:noFill/>
            <a:ln cap="flat" cmpd="sng" w="28575">
              <a:solidFill>
                <a:schemeClr val="dk1"/>
              </a:solidFill>
              <a:prstDash val="solid"/>
              <a:round/>
              <a:headEnd len="med" w="med" type="none"/>
              <a:tailEnd len="med" w="med" type="none"/>
            </a:ln>
          </p:spPr>
        </p:cxnSp>
        <p:sp>
          <p:nvSpPr>
            <p:cNvPr id="439" name="Google Shape;439;p26"/>
            <p:cNvSpPr/>
            <p:nvPr/>
          </p:nvSpPr>
          <p:spPr>
            <a:xfrm>
              <a:off x="7540474" y="1687769"/>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a:off x="8009987" y="1687769"/>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a:off x="8479499" y="1687769"/>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 name="Google Shape;442;p26"/>
            <p:cNvGrpSpPr/>
            <p:nvPr/>
          </p:nvGrpSpPr>
          <p:grpSpPr>
            <a:xfrm>
              <a:off x="7770652" y="1367593"/>
              <a:ext cx="820034" cy="187786"/>
              <a:chOff x="4005100" y="3437025"/>
              <a:chExt cx="535375" cy="122600"/>
            </a:xfrm>
          </p:grpSpPr>
          <p:sp>
            <p:nvSpPr>
              <p:cNvPr id="443" name="Google Shape;443;p26"/>
              <p:cNvSpPr/>
              <p:nvPr/>
            </p:nvSpPr>
            <p:spPr>
              <a:xfrm>
                <a:off x="4005100" y="3437025"/>
                <a:ext cx="535375" cy="33575"/>
              </a:xfrm>
              <a:custGeom>
                <a:rect b="b" l="l" r="r" t="t"/>
                <a:pathLst>
                  <a:path extrusionOk="0" h="1343" w="21415">
                    <a:moveTo>
                      <a:pt x="903" y="1"/>
                    </a:moveTo>
                    <a:cubicBezTo>
                      <a:pt x="1" y="1"/>
                      <a:pt x="1" y="1342"/>
                      <a:pt x="903" y="1342"/>
                    </a:cubicBezTo>
                    <a:lnTo>
                      <a:pt x="20488" y="1342"/>
                    </a:lnTo>
                    <a:cubicBezTo>
                      <a:pt x="21415" y="1342"/>
                      <a:pt x="21415" y="1"/>
                      <a:pt x="204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6"/>
              <p:cNvSpPr/>
              <p:nvPr/>
            </p:nvSpPr>
            <p:spPr>
              <a:xfrm>
                <a:off x="4064850" y="3525450"/>
                <a:ext cx="415275" cy="34175"/>
              </a:xfrm>
              <a:custGeom>
                <a:rect b="b" l="l" r="r" t="t"/>
                <a:pathLst>
                  <a:path extrusionOk="0" h="1367" w="16611">
                    <a:moveTo>
                      <a:pt x="928" y="0"/>
                    </a:moveTo>
                    <a:cubicBezTo>
                      <a:pt x="1" y="0"/>
                      <a:pt x="1" y="1366"/>
                      <a:pt x="928" y="1366"/>
                    </a:cubicBezTo>
                    <a:lnTo>
                      <a:pt x="15708" y="1366"/>
                    </a:lnTo>
                    <a:cubicBezTo>
                      <a:pt x="16610" y="1366"/>
                      <a:pt x="16610" y="0"/>
                      <a:pt x="157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5" name="Google Shape;445;p26"/>
          <p:cNvGrpSpPr/>
          <p:nvPr/>
        </p:nvGrpSpPr>
        <p:grpSpPr>
          <a:xfrm>
            <a:off x="7855413" y="2571747"/>
            <a:ext cx="836668" cy="1371596"/>
            <a:chOff x="2771692" y="3497697"/>
            <a:chExt cx="836668" cy="1371596"/>
          </a:xfrm>
        </p:grpSpPr>
        <p:sp>
          <p:nvSpPr>
            <p:cNvPr id="446" name="Google Shape;446;p26"/>
            <p:cNvSpPr/>
            <p:nvPr/>
          </p:nvSpPr>
          <p:spPr>
            <a:xfrm>
              <a:off x="2771692" y="3497697"/>
              <a:ext cx="836668" cy="1371596"/>
            </a:xfrm>
            <a:custGeom>
              <a:rect b="b" l="l" r="r" t="t"/>
              <a:pathLst>
                <a:path extrusionOk="0" h="15683" w="9513">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6"/>
            <p:cNvSpPr/>
            <p:nvPr/>
          </p:nvSpPr>
          <p:spPr>
            <a:xfrm>
              <a:off x="2771692" y="3497697"/>
              <a:ext cx="836668" cy="1371596"/>
            </a:xfrm>
            <a:custGeom>
              <a:rect b="b" l="l" r="r" t="t"/>
              <a:pathLst>
                <a:path extrusionOk="0" h="15683" w="9513">
                  <a:moveTo>
                    <a:pt x="4757" y="0"/>
                  </a:moveTo>
                  <a:cubicBezTo>
                    <a:pt x="7391" y="0"/>
                    <a:pt x="9513" y="2122"/>
                    <a:pt x="9513" y="4756"/>
                  </a:cubicBezTo>
                  <a:lnTo>
                    <a:pt x="9513" y="11049"/>
                  </a:lnTo>
                  <a:cubicBezTo>
                    <a:pt x="9464" y="13634"/>
                    <a:pt x="7342" y="15683"/>
                    <a:pt x="4757" y="15683"/>
                  </a:cubicBezTo>
                  <a:cubicBezTo>
                    <a:pt x="2172" y="15683"/>
                    <a:pt x="74" y="13634"/>
                    <a:pt x="1" y="11049"/>
                  </a:cubicBezTo>
                  <a:lnTo>
                    <a:pt x="1" y="4756"/>
                  </a:lnTo>
                  <a:cubicBezTo>
                    <a:pt x="1" y="2122"/>
                    <a:pt x="2123" y="0"/>
                    <a:pt x="4757" y="0"/>
                  </a:cubicBezTo>
                  <a:close/>
                  <a:moveTo>
                    <a:pt x="4903" y="390"/>
                  </a:moveTo>
                  <a:lnTo>
                    <a:pt x="4903" y="2293"/>
                  </a:lnTo>
                  <a:cubicBezTo>
                    <a:pt x="5391" y="2390"/>
                    <a:pt x="5732" y="2781"/>
                    <a:pt x="5732" y="3268"/>
                  </a:cubicBezTo>
                  <a:lnTo>
                    <a:pt x="5732" y="6000"/>
                  </a:lnTo>
                  <a:cubicBezTo>
                    <a:pt x="5732" y="6488"/>
                    <a:pt x="5391" y="6902"/>
                    <a:pt x="4903" y="6976"/>
                  </a:cubicBezTo>
                  <a:lnTo>
                    <a:pt x="4903" y="8268"/>
                  </a:lnTo>
                  <a:lnTo>
                    <a:pt x="5123" y="8268"/>
                  </a:lnTo>
                  <a:cubicBezTo>
                    <a:pt x="5854" y="8268"/>
                    <a:pt x="6562" y="8171"/>
                    <a:pt x="7269" y="7976"/>
                  </a:cubicBezTo>
                  <a:cubicBezTo>
                    <a:pt x="7928" y="7756"/>
                    <a:pt x="8537" y="7488"/>
                    <a:pt x="9123" y="7122"/>
                  </a:cubicBezTo>
                  <a:lnTo>
                    <a:pt x="9123" y="4756"/>
                  </a:lnTo>
                  <a:cubicBezTo>
                    <a:pt x="9098" y="2415"/>
                    <a:pt x="7245" y="488"/>
                    <a:pt x="4903" y="415"/>
                  </a:cubicBezTo>
                  <a:close/>
                  <a:moveTo>
                    <a:pt x="4611" y="2293"/>
                  </a:moveTo>
                  <a:lnTo>
                    <a:pt x="4611" y="415"/>
                  </a:lnTo>
                  <a:cubicBezTo>
                    <a:pt x="2269" y="488"/>
                    <a:pt x="416" y="2415"/>
                    <a:pt x="391" y="4756"/>
                  </a:cubicBezTo>
                  <a:lnTo>
                    <a:pt x="391" y="7122"/>
                  </a:lnTo>
                  <a:cubicBezTo>
                    <a:pt x="976" y="7463"/>
                    <a:pt x="1611" y="7756"/>
                    <a:pt x="2245" y="7951"/>
                  </a:cubicBezTo>
                  <a:cubicBezTo>
                    <a:pt x="2952" y="8146"/>
                    <a:pt x="3659" y="8268"/>
                    <a:pt x="4391" y="8244"/>
                  </a:cubicBezTo>
                  <a:lnTo>
                    <a:pt x="4611" y="8244"/>
                  </a:lnTo>
                  <a:lnTo>
                    <a:pt x="4611" y="6976"/>
                  </a:lnTo>
                  <a:cubicBezTo>
                    <a:pt x="4123" y="6902"/>
                    <a:pt x="3781" y="6488"/>
                    <a:pt x="3781" y="6000"/>
                  </a:cubicBezTo>
                  <a:lnTo>
                    <a:pt x="3781" y="3268"/>
                  </a:lnTo>
                  <a:cubicBezTo>
                    <a:pt x="3781" y="2781"/>
                    <a:pt x="4123" y="2390"/>
                    <a:pt x="4611" y="2293"/>
                  </a:cubicBezTo>
                  <a:close/>
                  <a:moveTo>
                    <a:pt x="5220" y="2781"/>
                  </a:moveTo>
                  <a:cubicBezTo>
                    <a:pt x="5098" y="2659"/>
                    <a:pt x="4928" y="2585"/>
                    <a:pt x="4757" y="2585"/>
                  </a:cubicBezTo>
                  <a:lnTo>
                    <a:pt x="4757" y="2585"/>
                  </a:lnTo>
                  <a:cubicBezTo>
                    <a:pt x="4391" y="2585"/>
                    <a:pt x="4074" y="2902"/>
                    <a:pt x="4074" y="3268"/>
                  </a:cubicBezTo>
                  <a:lnTo>
                    <a:pt x="4074" y="6000"/>
                  </a:lnTo>
                  <a:cubicBezTo>
                    <a:pt x="4074" y="6390"/>
                    <a:pt x="4391" y="6683"/>
                    <a:pt x="4757" y="6683"/>
                  </a:cubicBezTo>
                  <a:lnTo>
                    <a:pt x="4757" y="6683"/>
                  </a:lnTo>
                  <a:cubicBezTo>
                    <a:pt x="4928" y="6683"/>
                    <a:pt x="5098" y="6610"/>
                    <a:pt x="5220" y="6488"/>
                  </a:cubicBezTo>
                  <a:cubicBezTo>
                    <a:pt x="5367" y="6366"/>
                    <a:pt x="5440" y="6195"/>
                    <a:pt x="5440" y="6000"/>
                  </a:cubicBezTo>
                  <a:lnTo>
                    <a:pt x="5440" y="3268"/>
                  </a:lnTo>
                  <a:cubicBezTo>
                    <a:pt x="5440" y="3098"/>
                    <a:pt x="5367" y="2927"/>
                    <a:pt x="5220" y="2781"/>
                  </a:cubicBezTo>
                  <a:close/>
                  <a:moveTo>
                    <a:pt x="9123" y="7463"/>
                  </a:moveTo>
                  <a:cubicBezTo>
                    <a:pt x="8562" y="7805"/>
                    <a:pt x="7976" y="8073"/>
                    <a:pt x="7342" y="8244"/>
                  </a:cubicBezTo>
                  <a:cubicBezTo>
                    <a:pt x="6635" y="8463"/>
                    <a:pt x="5879" y="8561"/>
                    <a:pt x="5123" y="8561"/>
                  </a:cubicBezTo>
                  <a:lnTo>
                    <a:pt x="4391" y="8561"/>
                  </a:lnTo>
                  <a:cubicBezTo>
                    <a:pt x="2976" y="8561"/>
                    <a:pt x="1611" y="8195"/>
                    <a:pt x="391" y="7463"/>
                  </a:cubicBezTo>
                  <a:lnTo>
                    <a:pt x="391" y="11049"/>
                  </a:lnTo>
                  <a:cubicBezTo>
                    <a:pt x="464" y="13414"/>
                    <a:pt x="2391" y="15292"/>
                    <a:pt x="4757" y="15292"/>
                  </a:cubicBezTo>
                  <a:cubicBezTo>
                    <a:pt x="7123" y="15292"/>
                    <a:pt x="9049" y="13414"/>
                    <a:pt x="9123" y="1104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6"/>
            <p:cNvSpPr/>
            <p:nvPr/>
          </p:nvSpPr>
          <p:spPr>
            <a:xfrm>
              <a:off x="3202911" y="3533904"/>
              <a:ext cx="371149" cy="686979"/>
            </a:xfrm>
            <a:custGeom>
              <a:rect b="b" l="l" r="r" t="t"/>
              <a:pathLst>
                <a:path extrusionOk="0" h="7855" w="4220">
                  <a:moveTo>
                    <a:pt x="537" y="2171"/>
                  </a:moveTo>
                  <a:cubicBezTo>
                    <a:pt x="732" y="2342"/>
                    <a:pt x="829" y="2586"/>
                    <a:pt x="829" y="2854"/>
                  </a:cubicBezTo>
                  <a:lnTo>
                    <a:pt x="829" y="5586"/>
                  </a:lnTo>
                  <a:cubicBezTo>
                    <a:pt x="829" y="6074"/>
                    <a:pt x="488" y="6488"/>
                    <a:pt x="0" y="6562"/>
                  </a:cubicBezTo>
                  <a:lnTo>
                    <a:pt x="0" y="7854"/>
                  </a:lnTo>
                  <a:lnTo>
                    <a:pt x="220" y="7854"/>
                  </a:lnTo>
                  <a:cubicBezTo>
                    <a:pt x="951" y="7854"/>
                    <a:pt x="1659" y="7757"/>
                    <a:pt x="2366" y="7562"/>
                  </a:cubicBezTo>
                  <a:cubicBezTo>
                    <a:pt x="3025" y="7342"/>
                    <a:pt x="3634" y="7074"/>
                    <a:pt x="4220" y="6708"/>
                  </a:cubicBezTo>
                  <a:lnTo>
                    <a:pt x="4220" y="4342"/>
                  </a:lnTo>
                  <a:cubicBezTo>
                    <a:pt x="4195" y="2001"/>
                    <a:pt x="2342" y="74"/>
                    <a:pt x="0" y="1"/>
                  </a:cubicBezTo>
                  <a:lnTo>
                    <a:pt x="0" y="1903"/>
                  </a:lnTo>
                  <a:cubicBezTo>
                    <a:pt x="220" y="1928"/>
                    <a:pt x="390" y="2025"/>
                    <a:pt x="537" y="217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a:off x="3129912" y="3708819"/>
              <a:ext cx="120228" cy="373356"/>
            </a:xfrm>
            <a:custGeom>
              <a:rect b="b" l="l" r="r" t="t"/>
              <a:pathLst>
                <a:path extrusionOk="0" h="4269" w="1367">
                  <a:moveTo>
                    <a:pt x="1367" y="3586"/>
                  </a:moveTo>
                  <a:lnTo>
                    <a:pt x="1367" y="854"/>
                  </a:lnTo>
                  <a:cubicBezTo>
                    <a:pt x="1294" y="1"/>
                    <a:pt x="74" y="1"/>
                    <a:pt x="1" y="854"/>
                  </a:cubicBezTo>
                  <a:lnTo>
                    <a:pt x="1" y="3586"/>
                  </a:lnTo>
                  <a:cubicBezTo>
                    <a:pt x="1" y="3976"/>
                    <a:pt x="318" y="4269"/>
                    <a:pt x="684" y="4269"/>
                  </a:cubicBezTo>
                  <a:cubicBezTo>
                    <a:pt x="855" y="4269"/>
                    <a:pt x="1025" y="4196"/>
                    <a:pt x="1172" y="4074"/>
                  </a:cubicBezTo>
                  <a:cubicBezTo>
                    <a:pt x="1294" y="3952"/>
                    <a:pt x="1367" y="3781"/>
                    <a:pt x="1367" y="35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6"/>
            <p:cNvSpPr/>
            <p:nvPr/>
          </p:nvSpPr>
          <p:spPr>
            <a:xfrm>
              <a:off x="2806080" y="3533904"/>
              <a:ext cx="371149" cy="686979"/>
            </a:xfrm>
            <a:custGeom>
              <a:rect b="b" l="l" r="r" t="t"/>
              <a:pathLst>
                <a:path extrusionOk="0" h="7855" w="4220">
                  <a:moveTo>
                    <a:pt x="3390" y="5586"/>
                  </a:moveTo>
                  <a:lnTo>
                    <a:pt x="3390" y="2854"/>
                  </a:lnTo>
                  <a:cubicBezTo>
                    <a:pt x="3390" y="2367"/>
                    <a:pt x="3756" y="1976"/>
                    <a:pt x="4220" y="1903"/>
                  </a:cubicBezTo>
                  <a:lnTo>
                    <a:pt x="4220" y="1"/>
                  </a:lnTo>
                  <a:cubicBezTo>
                    <a:pt x="1878" y="74"/>
                    <a:pt x="25" y="2001"/>
                    <a:pt x="0" y="4342"/>
                  </a:cubicBezTo>
                  <a:lnTo>
                    <a:pt x="0" y="6708"/>
                  </a:lnTo>
                  <a:cubicBezTo>
                    <a:pt x="585" y="7049"/>
                    <a:pt x="1220" y="7342"/>
                    <a:pt x="1854" y="7537"/>
                  </a:cubicBezTo>
                  <a:cubicBezTo>
                    <a:pt x="2561" y="7732"/>
                    <a:pt x="3268" y="7854"/>
                    <a:pt x="4000" y="7830"/>
                  </a:cubicBezTo>
                  <a:lnTo>
                    <a:pt x="4220" y="7830"/>
                  </a:lnTo>
                  <a:lnTo>
                    <a:pt x="4220" y="6562"/>
                  </a:lnTo>
                  <a:cubicBezTo>
                    <a:pt x="3732" y="6488"/>
                    <a:pt x="3390" y="6074"/>
                    <a:pt x="3390" y="5586"/>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6"/>
            <p:cNvSpPr/>
            <p:nvPr/>
          </p:nvSpPr>
          <p:spPr>
            <a:xfrm>
              <a:off x="2806080" y="4150392"/>
              <a:ext cx="767979" cy="684792"/>
            </a:xfrm>
            <a:custGeom>
              <a:rect b="b" l="l" r="r" t="t"/>
              <a:pathLst>
                <a:path extrusionOk="0" h="7830" w="8732">
                  <a:moveTo>
                    <a:pt x="6976" y="781"/>
                  </a:moveTo>
                  <a:cubicBezTo>
                    <a:pt x="6244" y="1000"/>
                    <a:pt x="5488" y="1098"/>
                    <a:pt x="4732" y="1098"/>
                  </a:cubicBezTo>
                  <a:lnTo>
                    <a:pt x="4000" y="1098"/>
                  </a:lnTo>
                  <a:cubicBezTo>
                    <a:pt x="2585" y="1098"/>
                    <a:pt x="1220" y="732"/>
                    <a:pt x="0" y="0"/>
                  </a:cubicBezTo>
                  <a:lnTo>
                    <a:pt x="0" y="3586"/>
                  </a:lnTo>
                  <a:cubicBezTo>
                    <a:pt x="73" y="5951"/>
                    <a:pt x="2000" y="7829"/>
                    <a:pt x="4366" y="7829"/>
                  </a:cubicBezTo>
                  <a:cubicBezTo>
                    <a:pt x="6732" y="7829"/>
                    <a:pt x="8658" y="5951"/>
                    <a:pt x="8732" y="3586"/>
                  </a:cubicBezTo>
                  <a:lnTo>
                    <a:pt x="8732" y="0"/>
                  </a:lnTo>
                  <a:cubicBezTo>
                    <a:pt x="8171" y="342"/>
                    <a:pt x="7585" y="610"/>
                    <a:pt x="6976" y="78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6"/>
            <p:cNvSpPr/>
            <p:nvPr/>
          </p:nvSpPr>
          <p:spPr>
            <a:xfrm>
              <a:off x="3505371" y="4248519"/>
              <a:ext cx="34388" cy="266658"/>
            </a:xfrm>
            <a:custGeom>
              <a:rect b="b" l="l" r="r" t="t"/>
              <a:pathLst>
                <a:path extrusionOk="0" h="3049" w="391">
                  <a:moveTo>
                    <a:pt x="0" y="195"/>
                  </a:moveTo>
                  <a:cubicBezTo>
                    <a:pt x="0" y="98"/>
                    <a:pt x="98" y="0"/>
                    <a:pt x="195" y="0"/>
                  </a:cubicBezTo>
                  <a:cubicBezTo>
                    <a:pt x="317" y="0"/>
                    <a:pt x="390" y="98"/>
                    <a:pt x="390" y="195"/>
                  </a:cubicBezTo>
                  <a:lnTo>
                    <a:pt x="390" y="1927"/>
                  </a:lnTo>
                  <a:cubicBezTo>
                    <a:pt x="390" y="2025"/>
                    <a:pt x="317" y="2122"/>
                    <a:pt x="195" y="2122"/>
                  </a:cubicBezTo>
                  <a:cubicBezTo>
                    <a:pt x="98" y="2122"/>
                    <a:pt x="0" y="2025"/>
                    <a:pt x="0" y="1927"/>
                  </a:cubicBezTo>
                  <a:close/>
                  <a:moveTo>
                    <a:pt x="0" y="2537"/>
                  </a:moveTo>
                  <a:cubicBezTo>
                    <a:pt x="0" y="2439"/>
                    <a:pt x="98" y="2342"/>
                    <a:pt x="195" y="2342"/>
                  </a:cubicBezTo>
                  <a:cubicBezTo>
                    <a:pt x="317" y="2342"/>
                    <a:pt x="390" y="2439"/>
                    <a:pt x="390" y="2537"/>
                  </a:cubicBezTo>
                  <a:lnTo>
                    <a:pt x="390" y="2854"/>
                  </a:lnTo>
                  <a:cubicBezTo>
                    <a:pt x="390" y="2951"/>
                    <a:pt x="317" y="3049"/>
                    <a:pt x="195" y="3049"/>
                  </a:cubicBezTo>
                  <a:cubicBezTo>
                    <a:pt x="73" y="3049"/>
                    <a:pt x="0" y="2951"/>
                    <a:pt x="0" y="285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a:off x="3202911" y="3533904"/>
              <a:ext cx="371149" cy="633630"/>
            </a:xfrm>
            <a:custGeom>
              <a:rect b="b" l="l" r="r" t="t"/>
              <a:pathLst>
                <a:path extrusionOk="0" h="7245" w="4220">
                  <a:moveTo>
                    <a:pt x="3610" y="4635"/>
                  </a:moveTo>
                  <a:lnTo>
                    <a:pt x="3610" y="7001"/>
                  </a:lnTo>
                  <a:cubicBezTo>
                    <a:pt x="3464" y="7098"/>
                    <a:pt x="3317" y="7171"/>
                    <a:pt x="3171" y="7244"/>
                  </a:cubicBezTo>
                  <a:cubicBezTo>
                    <a:pt x="3537" y="7098"/>
                    <a:pt x="3878" y="6903"/>
                    <a:pt x="4220" y="6708"/>
                  </a:cubicBezTo>
                  <a:lnTo>
                    <a:pt x="4220" y="4342"/>
                  </a:lnTo>
                  <a:cubicBezTo>
                    <a:pt x="4195" y="2001"/>
                    <a:pt x="2342" y="74"/>
                    <a:pt x="0" y="1"/>
                  </a:cubicBezTo>
                  <a:lnTo>
                    <a:pt x="0" y="342"/>
                  </a:lnTo>
                  <a:cubicBezTo>
                    <a:pt x="2073" y="732"/>
                    <a:pt x="3586" y="2537"/>
                    <a:pt x="3610" y="4635"/>
                  </a:cubicBezTo>
                  <a:close/>
                </a:path>
              </a:pathLst>
            </a:custGeom>
            <a:solidFill>
              <a:schemeClr val="dk1">
                <a:alpha val="2509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6"/>
            <p:cNvSpPr/>
            <p:nvPr/>
          </p:nvSpPr>
          <p:spPr>
            <a:xfrm>
              <a:off x="3329471" y="4150392"/>
              <a:ext cx="246788" cy="667738"/>
            </a:xfrm>
            <a:custGeom>
              <a:rect b="b" l="l" r="r" t="t"/>
              <a:pathLst>
                <a:path extrusionOk="0" h="7635" w="2806">
                  <a:moveTo>
                    <a:pt x="2781" y="0"/>
                  </a:moveTo>
                  <a:cubicBezTo>
                    <a:pt x="2586" y="122"/>
                    <a:pt x="2366" y="244"/>
                    <a:pt x="2171" y="342"/>
                  </a:cubicBezTo>
                  <a:lnTo>
                    <a:pt x="2171" y="1122"/>
                  </a:lnTo>
                  <a:lnTo>
                    <a:pt x="2195" y="1122"/>
                  </a:lnTo>
                  <a:cubicBezTo>
                    <a:pt x="2317" y="1122"/>
                    <a:pt x="2390" y="1220"/>
                    <a:pt x="2390" y="1317"/>
                  </a:cubicBezTo>
                  <a:lnTo>
                    <a:pt x="2390" y="3049"/>
                  </a:lnTo>
                  <a:cubicBezTo>
                    <a:pt x="2390" y="3147"/>
                    <a:pt x="2317" y="3244"/>
                    <a:pt x="2195" y="3244"/>
                  </a:cubicBezTo>
                  <a:lnTo>
                    <a:pt x="2171" y="3244"/>
                  </a:lnTo>
                  <a:lnTo>
                    <a:pt x="2171" y="3464"/>
                  </a:lnTo>
                  <a:lnTo>
                    <a:pt x="2195" y="3464"/>
                  </a:lnTo>
                  <a:cubicBezTo>
                    <a:pt x="2317" y="3464"/>
                    <a:pt x="2390" y="3561"/>
                    <a:pt x="2390" y="3683"/>
                  </a:cubicBezTo>
                  <a:lnTo>
                    <a:pt x="2390" y="3976"/>
                  </a:lnTo>
                  <a:cubicBezTo>
                    <a:pt x="2390" y="4098"/>
                    <a:pt x="2317" y="4171"/>
                    <a:pt x="2195" y="4171"/>
                  </a:cubicBezTo>
                  <a:lnTo>
                    <a:pt x="2171" y="4171"/>
                  </a:lnTo>
                  <a:cubicBezTo>
                    <a:pt x="2049" y="5610"/>
                    <a:pt x="1244" y="6903"/>
                    <a:pt x="0" y="7634"/>
                  </a:cubicBezTo>
                  <a:cubicBezTo>
                    <a:pt x="1683" y="6976"/>
                    <a:pt x="2781" y="5366"/>
                    <a:pt x="2805" y="3586"/>
                  </a:cubicBezTo>
                  <a:close/>
                </a:path>
              </a:pathLst>
            </a:custGeom>
            <a:solidFill>
              <a:schemeClr val="dk1">
                <a:alpha val="2509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6"/>
            <p:cNvSpPr/>
            <p:nvPr/>
          </p:nvSpPr>
          <p:spPr>
            <a:xfrm>
              <a:off x="3138531" y="3728060"/>
              <a:ext cx="111609" cy="373356"/>
            </a:xfrm>
            <a:custGeom>
              <a:rect b="b" l="l" r="r" t="t"/>
              <a:pathLst>
                <a:path extrusionOk="0" h="4269" w="1269">
                  <a:moveTo>
                    <a:pt x="879" y="317"/>
                  </a:moveTo>
                  <a:lnTo>
                    <a:pt x="879" y="3049"/>
                  </a:lnTo>
                  <a:cubicBezTo>
                    <a:pt x="879" y="3439"/>
                    <a:pt x="586" y="3732"/>
                    <a:pt x="220" y="3732"/>
                  </a:cubicBezTo>
                  <a:cubicBezTo>
                    <a:pt x="147" y="3732"/>
                    <a:pt x="74" y="3732"/>
                    <a:pt x="1" y="3707"/>
                  </a:cubicBezTo>
                  <a:cubicBezTo>
                    <a:pt x="25" y="3756"/>
                    <a:pt x="74" y="3805"/>
                    <a:pt x="123" y="3854"/>
                  </a:cubicBezTo>
                  <a:cubicBezTo>
                    <a:pt x="537" y="4268"/>
                    <a:pt x="1244" y="3976"/>
                    <a:pt x="1269" y="3366"/>
                  </a:cubicBezTo>
                  <a:lnTo>
                    <a:pt x="1269" y="634"/>
                  </a:lnTo>
                  <a:cubicBezTo>
                    <a:pt x="1269" y="464"/>
                    <a:pt x="1196" y="293"/>
                    <a:pt x="1074" y="147"/>
                  </a:cubicBezTo>
                  <a:cubicBezTo>
                    <a:pt x="976" y="73"/>
                    <a:pt x="903" y="25"/>
                    <a:pt x="805" y="0"/>
                  </a:cubicBezTo>
                  <a:cubicBezTo>
                    <a:pt x="854" y="98"/>
                    <a:pt x="879" y="195"/>
                    <a:pt x="879" y="317"/>
                  </a:cubicBezTo>
                  <a:close/>
                </a:path>
              </a:pathLst>
            </a:custGeom>
            <a:solidFill>
              <a:schemeClr val="dk1">
                <a:alpha val="2509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7"/>
          <p:cNvSpPr txBox="1"/>
          <p:nvPr>
            <p:ph type="title"/>
          </p:nvPr>
        </p:nvSpPr>
        <p:spPr>
          <a:xfrm>
            <a:off x="2057400" y="1129148"/>
            <a:ext cx="5029200" cy="59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461" name="Google Shape;461;p27"/>
          <p:cNvSpPr txBox="1"/>
          <p:nvPr>
            <p:ph idx="1" type="subTitle"/>
          </p:nvPr>
        </p:nvSpPr>
        <p:spPr>
          <a:xfrm>
            <a:off x="1774200" y="1828575"/>
            <a:ext cx="5595600" cy="28389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sz="1300"/>
              <a:t>E</a:t>
            </a:r>
            <a:r>
              <a:rPr lang="en" sz="1300"/>
              <a:t>stimate the resources required to train a </a:t>
            </a:r>
            <a:r>
              <a:rPr lang="en" sz="1300"/>
              <a:t>customized</a:t>
            </a:r>
            <a:r>
              <a:rPr lang="en" sz="1300"/>
              <a:t> Neural Machine Translation (NMT) engine for KO-to-EN translations</a:t>
            </a:r>
            <a:endParaRPr sz="1300"/>
          </a:p>
          <a:p>
            <a:pPr indent="-311150" lvl="0" marL="457200" rtl="0" algn="l">
              <a:lnSpc>
                <a:spcPct val="115000"/>
              </a:lnSpc>
              <a:spcBef>
                <a:spcPts val="0"/>
              </a:spcBef>
              <a:spcAft>
                <a:spcPts val="0"/>
              </a:spcAft>
              <a:buSzPts val="1300"/>
              <a:buChar char="●"/>
            </a:pPr>
            <a:r>
              <a:rPr lang="en" sz="1300"/>
              <a:t>The corpus consists of social media comments drawn from Korean entertainment fan communities, covering K-pop artist performances, fandom commentary, industry news, celebrity fashion, and concert economics.</a:t>
            </a:r>
            <a:endParaRPr sz="1300"/>
          </a:p>
          <a:p>
            <a:pPr indent="-311150" lvl="0" marL="457200" rtl="0" algn="l">
              <a:lnSpc>
                <a:spcPct val="115000"/>
              </a:lnSpc>
              <a:spcBef>
                <a:spcPts val="0"/>
              </a:spcBef>
              <a:spcAft>
                <a:spcPts val="0"/>
              </a:spcAft>
              <a:buSzPts val="1300"/>
              <a:buChar char="●"/>
            </a:pPr>
            <a:r>
              <a:rPr lang="en" sz="1300"/>
              <a:t>6 rounds were completed using the NMT engine Microsoft Azure.</a:t>
            </a:r>
            <a:endParaRPr sz="1300"/>
          </a:p>
          <a:p>
            <a:pPr indent="-311150" lvl="0" marL="457200" rtl="0" algn="l">
              <a:lnSpc>
                <a:spcPct val="115000"/>
              </a:lnSpc>
              <a:spcBef>
                <a:spcPts val="0"/>
              </a:spcBef>
              <a:spcAft>
                <a:spcPts val="0"/>
              </a:spcAft>
              <a:buSzPts val="1300"/>
              <a:buChar char="●"/>
            </a:pPr>
            <a:r>
              <a:rPr lang="en" sz="1300"/>
              <a:t>After the rounds we did human post editing</a:t>
            </a:r>
            <a:endParaRPr sz="1300"/>
          </a:p>
        </p:txBody>
      </p:sp>
      <p:grpSp>
        <p:nvGrpSpPr>
          <p:cNvPr id="462" name="Google Shape;462;p27"/>
          <p:cNvGrpSpPr/>
          <p:nvPr/>
        </p:nvGrpSpPr>
        <p:grpSpPr>
          <a:xfrm>
            <a:off x="463651" y="1220603"/>
            <a:ext cx="502899" cy="502899"/>
            <a:chOff x="858700" y="1967475"/>
            <a:chExt cx="605100" cy="605100"/>
          </a:xfrm>
        </p:grpSpPr>
        <p:sp>
          <p:nvSpPr>
            <p:cNvPr id="463" name="Google Shape;463;p27"/>
            <p:cNvSpPr/>
            <p:nvPr/>
          </p:nvSpPr>
          <p:spPr>
            <a:xfrm>
              <a:off x="858700" y="1967475"/>
              <a:ext cx="605100" cy="605100"/>
            </a:xfrm>
            <a:prstGeom prst="roundRect">
              <a:avLst>
                <a:gd fmla="val 15109"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7"/>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 name="Google Shape;465;p27"/>
          <p:cNvGrpSpPr/>
          <p:nvPr/>
        </p:nvGrpSpPr>
        <p:grpSpPr>
          <a:xfrm>
            <a:off x="463651" y="1906497"/>
            <a:ext cx="502800" cy="502800"/>
            <a:chOff x="7014301" y="2017350"/>
            <a:chExt cx="502800" cy="502800"/>
          </a:xfrm>
        </p:grpSpPr>
        <p:sp>
          <p:nvSpPr>
            <p:cNvPr id="466" name="Google Shape;466;p27"/>
            <p:cNvSpPr/>
            <p:nvPr/>
          </p:nvSpPr>
          <p:spPr>
            <a:xfrm>
              <a:off x="7014301" y="2017350"/>
              <a:ext cx="502800" cy="502800"/>
            </a:xfrm>
            <a:prstGeom prst="roundRect">
              <a:avLst>
                <a:gd fmla="val 15109"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7"/>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 name="Google Shape;468;p27"/>
          <p:cNvGrpSpPr/>
          <p:nvPr/>
        </p:nvGrpSpPr>
        <p:grpSpPr>
          <a:xfrm>
            <a:off x="463651" y="445094"/>
            <a:ext cx="629846" cy="592514"/>
            <a:chOff x="463701" y="2217961"/>
            <a:chExt cx="629846" cy="592514"/>
          </a:xfrm>
        </p:grpSpPr>
        <p:sp>
          <p:nvSpPr>
            <p:cNvPr id="469" name="Google Shape;469;p27"/>
            <p:cNvSpPr/>
            <p:nvPr/>
          </p:nvSpPr>
          <p:spPr>
            <a:xfrm>
              <a:off x="463701" y="2307675"/>
              <a:ext cx="502800" cy="502800"/>
            </a:xfrm>
            <a:prstGeom prst="roundRect">
              <a:avLst>
                <a:gd fmla="val 15109" name="adj"/>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7"/>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7"/>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27"/>
            <p:cNvGrpSpPr/>
            <p:nvPr/>
          </p:nvGrpSpPr>
          <p:grpSpPr>
            <a:xfrm>
              <a:off x="773496" y="2217961"/>
              <a:ext cx="320051" cy="298703"/>
              <a:chOff x="1023863" y="2896525"/>
              <a:chExt cx="240875" cy="219425"/>
            </a:xfrm>
          </p:grpSpPr>
          <p:sp>
            <p:nvSpPr>
              <p:cNvPr id="473" name="Google Shape;473;p27"/>
              <p:cNvSpPr/>
              <p:nvPr/>
            </p:nvSpPr>
            <p:spPr>
              <a:xfrm>
                <a:off x="1023863" y="2896525"/>
                <a:ext cx="240875" cy="219425"/>
              </a:xfrm>
              <a:custGeom>
                <a:rect b="b" l="l" r="r" t="t"/>
                <a:pathLst>
                  <a:path extrusionOk="0" h="8777" w="9635">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1111105" y="2959275"/>
                <a:ext cx="54900" cy="93925"/>
              </a:xfrm>
              <a:custGeom>
                <a:rect b="b" l="l" r="r" t="t"/>
                <a:pathLst>
                  <a:path extrusionOk="0" h="3757" w="2196">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5" name="Google Shape;475;p27"/>
          <p:cNvSpPr/>
          <p:nvPr/>
        </p:nvSpPr>
        <p:spPr>
          <a:xfrm>
            <a:off x="1646925" y="1381650"/>
            <a:ext cx="457208" cy="164590"/>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a:off x="7031613" y="4058207"/>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27"/>
          <p:cNvGrpSpPr/>
          <p:nvPr/>
        </p:nvGrpSpPr>
        <p:grpSpPr>
          <a:xfrm>
            <a:off x="404600" y="4046486"/>
            <a:ext cx="621000" cy="621000"/>
            <a:chOff x="416300" y="4058211"/>
            <a:chExt cx="621000" cy="621000"/>
          </a:xfrm>
        </p:grpSpPr>
        <p:sp>
          <p:nvSpPr>
            <p:cNvPr id="478" name="Google Shape;478;p27"/>
            <p:cNvSpPr/>
            <p:nvPr/>
          </p:nvSpPr>
          <p:spPr>
            <a:xfrm>
              <a:off x="475400" y="4117311"/>
              <a:ext cx="502800" cy="502800"/>
            </a:xfrm>
            <a:prstGeom prst="roundRect">
              <a:avLst>
                <a:gd fmla="val 15109" name="adj"/>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rot="2700000">
              <a:off x="507243" y="4149154"/>
              <a:ext cx="439113" cy="439113"/>
            </a:xfrm>
            <a:prstGeom prst="plus">
              <a:avLst>
                <a:gd fmla="val 42536" name="adj"/>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 name="Google Shape;480;p27"/>
          <p:cNvGrpSpPr/>
          <p:nvPr/>
        </p:nvGrpSpPr>
        <p:grpSpPr>
          <a:xfrm>
            <a:off x="274197" y="96079"/>
            <a:ext cx="356222" cy="356222"/>
            <a:chOff x="858700" y="1967475"/>
            <a:chExt cx="605100" cy="605100"/>
          </a:xfrm>
        </p:grpSpPr>
        <p:sp>
          <p:nvSpPr>
            <p:cNvPr id="481" name="Google Shape;481;p27"/>
            <p:cNvSpPr/>
            <p:nvPr/>
          </p:nvSpPr>
          <p:spPr>
            <a:xfrm>
              <a:off x="858700" y="1967475"/>
              <a:ext cx="605100" cy="605100"/>
            </a:xfrm>
            <a:prstGeom prst="roundRect">
              <a:avLst>
                <a:gd fmla="val 15109" name="adj"/>
              </a:avLst>
            </a:prstGeom>
            <a:solidFill>
              <a:schemeClr val="accent3"/>
            </a:solidFill>
            <a:ln cap="flat" cmpd="sng" w="20250">
              <a:solidFill>
                <a:schemeClr val="dk1"/>
              </a:solidFill>
              <a:prstDash val="solid"/>
              <a:round/>
              <a:headEnd len="sm" w="sm" type="none"/>
              <a:tailEnd len="sm" w="sm" type="none"/>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sp>
          <p:nvSpPr>
            <p:cNvPr id="482" name="Google Shape;482;p27"/>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20250">
              <a:solidFill>
                <a:schemeClr val="dk1"/>
              </a:solidFill>
              <a:prstDash val="solid"/>
              <a:round/>
              <a:headEnd len="sm" w="sm" type="none"/>
              <a:tailEnd len="sm" w="sm" type="none"/>
            </a:ln>
          </p:spPr>
          <p:txBody>
            <a:bodyPr anchorCtr="0" anchor="ctr" bIns="64750" lIns="64750" spcFirstLastPara="1" rIns="64750" wrap="square" tIns="64750">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8"/>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Process</a:t>
            </a:r>
            <a:endParaRPr/>
          </a:p>
        </p:txBody>
      </p:sp>
      <p:sp>
        <p:nvSpPr>
          <p:cNvPr id="488" name="Google Shape;488;p28"/>
          <p:cNvSpPr/>
          <p:nvPr/>
        </p:nvSpPr>
        <p:spPr>
          <a:xfrm>
            <a:off x="1035175" y="2784106"/>
            <a:ext cx="1645800" cy="457200"/>
          </a:xfrm>
          <a:prstGeom prst="rect">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ubik Black"/>
                <a:ea typeface="Rubik Black"/>
                <a:cs typeface="Rubik Black"/>
                <a:sym typeface="Rubik Black"/>
              </a:rPr>
              <a:t>File prep</a:t>
            </a:r>
            <a:endParaRPr sz="1200">
              <a:solidFill>
                <a:schemeClr val="dk1"/>
              </a:solidFill>
              <a:latin typeface="Rubik Black"/>
              <a:ea typeface="Rubik Black"/>
              <a:cs typeface="Rubik Black"/>
              <a:sym typeface="Rubik Black"/>
            </a:endParaRPr>
          </a:p>
        </p:txBody>
      </p:sp>
      <p:sp>
        <p:nvSpPr>
          <p:cNvPr id="489" name="Google Shape;489;p28"/>
          <p:cNvSpPr/>
          <p:nvPr/>
        </p:nvSpPr>
        <p:spPr>
          <a:xfrm>
            <a:off x="2844450" y="2784106"/>
            <a:ext cx="1645800" cy="457200"/>
          </a:xfrm>
          <a:prstGeom prst="rect">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ubik Black"/>
                <a:ea typeface="Rubik Black"/>
                <a:cs typeface="Rubik Black"/>
                <a:sym typeface="Rubik Black"/>
              </a:rPr>
              <a:t>MT Training</a:t>
            </a:r>
            <a:endParaRPr sz="1200">
              <a:solidFill>
                <a:schemeClr val="dk1"/>
              </a:solidFill>
              <a:latin typeface="Rubik Black"/>
              <a:ea typeface="Rubik Black"/>
              <a:cs typeface="Rubik Black"/>
              <a:sym typeface="Rubik Black"/>
            </a:endParaRPr>
          </a:p>
        </p:txBody>
      </p:sp>
      <p:sp>
        <p:nvSpPr>
          <p:cNvPr id="490" name="Google Shape;490;p28"/>
          <p:cNvSpPr/>
          <p:nvPr/>
        </p:nvSpPr>
        <p:spPr>
          <a:xfrm>
            <a:off x="4653725" y="2784106"/>
            <a:ext cx="1645800" cy="457200"/>
          </a:xfrm>
          <a:prstGeom prst="rect">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ubik Black"/>
                <a:ea typeface="Rubik Black"/>
                <a:cs typeface="Rubik Black"/>
                <a:sym typeface="Rubik Black"/>
              </a:rPr>
              <a:t>Assessment</a:t>
            </a:r>
            <a:endParaRPr sz="1200">
              <a:solidFill>
                <a:schemeClr val="dk1"/>
              </a:solidFill>
              <a:latin typeface="Rubik Black"/>
              <a:ea typeface="Rubik Black"/>
              <a:cs typeface="Rubik Black"/>
              <a:sym typeface="Rubik Black"/>
            </a:endParaRPr>
          </a:p>
        </p:txBody>
      </p:sp>
      <p:sp>
        <p:nvSpPr>
          <p:cNvPr id="491" name="Google Shape;491;p28"/>
          <p:cNvSpPr/>
          <p:nvPr/>
        </p:nvSpPr>
        <p:spPr>
          <a:xfrm>
            <a:off x="6463000" y="2784106"/>
            <a:ext cx="1645800" cy="457200"/>
          </a:xfrm>
          <a:prstGeom prst="rect">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ubik Black"/>
                <a:ea typeface="Rubik Black"/>
                <a:cs typeface="Rubik Black"/>
                <a:sym typeface="Rubik Black"/>
              </a:rPr>
              <a:t>Delivery</a:t>
            </a:r>
            <a:endParaRPr sz="1200">
              <a:solidFill>
                <a:schemeClr val="dk1"/>
              </a:solidFill>
              <a:latin typeface="Rubik Black"/>
              <a:ea typeface="Rubik Black"/>
              <a:cs typeface="Rubik Black"/>
              <a:sym typeface="Rubik Black"/>
            </a:endParaRPr>
          </a:p>
        </p:txBody>
      </p:sp>
      <p:sp>
        <p:nvSpPr>
          <p:cNvPr id="492" name="Google Shape;492;p28"/>
          <p:cNvSpPr txBox="1"/>
          <p:nvPr/>
        </p:nvSpPr>
        <p:spPr>
          <a:xfrm flipH="1">
            <a:off x="715075" y="1234188"/>
            <a:ext cx="2286000" cy="457200"/>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None/>
            </a:pPr>
            <a:r>
              <a:rPr lang="en" sz="2400">
                <a:solidFill>
                  <a:schemeClr val="dk1"/>
                </a:solidFill>
                <a:latin typeface="Rubik Black"/>
                <a:ea typeface="Rubik Black"/>
                <a:cs typeface="Rubik Black"/>
                <a:sym typeface="Rubik Black"/>
              </a:rPr>
              <a:t>Phase 1</a:t>
            </a:r>
            <a:endParaRPr sz="2400">
              <a:solidFill>
                <a:schemeClr val="dk1"/>
              </a:solidFill>
              <a:latin typeface="Rubik Black"/>
              <a:ea typeface="Rubik Black"/>
              <a:cs typeface="Rubik Black"/>
              <a:sym typeface="Rubik Black"/>
            </a:endParaRPr>
          </a:p>
        </p:txBody>
      </p:sp>
      <p:sp>
        <p:nvSpPr>
          <p:cNvPr id="493" name="Google Shape;493;p28"/>
          <p:cNvSpPr txBox="1"/>
          <p:nvPr/>
        </p:nvSpPr>
        <p:spPr>
          <a:xfrm flipH="1">
            <a:off x="563825" y="1691403"/>
            <a:ext cx="2593800" cy="77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Karla"/>
                <a:ea typeface="Karla"/>
                <a:cs typeface="Karla"/>
                <a:sym typeface="Karla"/>
              </a:rPr>
              <a:t>After client meeting we began data collection &amp; cleaning*</a:t>
            </a:r>
            <a:endParaRPr>
              <a:solidFill>
                <a:schemeClr val="dk1"/>
              </a:solidFill>
              <a:latin typeface="Karla"/>
              <a:ea typeface="Karla"/>
              <a:cs typeface="Karla"/>
              <a:sym typeface="Karla"/>
            </a:endParaRPr>
          </a:p>
        </p:txBody>
      </p:sp>
      <p:sp>
        <p:nvSpPr>
          <p:cNvPr id="494" name="Google Shape;494;p28"/>
          <p:cNvSpPr txBox="1"/>
          <p:nvPr/>
        </p:nvSpPr>
        <p:spPr>
          <a:xfrm flipH="1">
            <a:off x="2242150" y="3493175"/>
            <a:ext cx="2846400" cy="372000"/>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None/>
            </a:pPr>
            <a:r>
              <a:rPr lang="en" sz="2400">
                <a:solidFill>
                  <a:schemeClr val="dk1"/>
                </a:solidFill>
                <a:latin typeface="Rubik Black"/>
                <a:ea typeface="Rubik Black"/>
                <a:cs typeface="Rubik Black"/>
                <a:sym typeface="Rubik Black"/>
              </a:rPr>
              <a:t>Phase 2</a:t>
            </a:r>
            <a:endParaRPr sz="2400">
              <a:solidFill>
                <a:schemeClr val="dk1"/>
              </a:solidFill>
              <a:latin typeface="Rubik Black"/>
              <a:ea typeface="Rubik Black"/>
              <a:cs typeface="Rubik Black"/>
              <a:sym typeface="Rubik Black"/>
            </a:endParaRPr>
          </a:p>
        </p:txBody>
      </p:sp>
      <p:sp>
        <p:nvSpPr>
          <p:cNvPr id="495" name="Google Shape;495;p28"/>
          <p:cNvSpPr txBox="1"/>
          <p:nvPr/>
        </p:nvSpPr>
        <p:spPr>
          <a:xfrm flipH="1">
            <a:off x="2524350" y="3830801"/>
            <a:ext cx="2286000" cy="82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Karla"/>
                <a:ea typeface="Karla"/>
                <a:cs typeface="Karla"/>
                <a:sym typeface="Karla"/>
              </a:rPr>
              <a:t>6 rounds of training with PEMT and Human Evaluation</a:t>
            </a:r>
            <a:endParaRPr>
              <a:solidFill>
                <a:schemeClr val="dk1"/>
              </a:solidFill>
              <a:latin typeface="Karla"/>
              <a:ea typeface="Karla"/>
              <a:cs typeface="Karla"/>
              <a:sym typeface="Karla"/>
            </a:endParaRPr>
          </a:p>
        </p:txBody>
      </p:sp>
      <p:sp>
        <p:nvSpPr>
          <p:cNvPr id="496" name="Google Shape;496;p28"/>
          <p:cNvSpPr txBox="1"/>
          <p:nvPr/>
        </p:nvSpPr>
        <p:spPr>
          <a:xfrm flipH="1">
            <a:off x="4333625" y="1592064"/>
            <a:ext cx="2286000" cy="457200"/>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None/>
            </a:pPr>
            <a:r>
              <a:rPr lang="en" sz="2400">
                <a:solidFill>
                  <a:schemeClr val="dk1"/>
                </a:solidFill>
                <a:latin typeface="Rubik Black"/>
                <a:ea typeface="Rubik Black"/>
                <a:cs typeface="Rubik Black"/>
                <a:sym typeface="Rubik Black"/>
              </a:rPr>
              <a:t>Phase 3</a:t>
            </a:r>
            <a:endParaRPr sz="2400">
              <a:solidFill>
                <a:schemeClr val="dk1"/>
              </a:solidFill>
              <a:latin typeface="Rubik Black"/>
              <a:ea typeface="Rubik Black"/>
              <a:cs typeface="Rubik Black"/>
              <a:sym typeface="Rubik Black"/>
            </a:endParaRPr>
          </a:p>
        </p:txBody>
      </p:sp>
      <p:sp>
        <p:nvSpPr>
          <p:cNvPr id="497" name="Google Shape;497;p28"/>
          <p:cNvSpPr txBox="1"/>
          <p:nvPr/>
        </p:nvSpPr>
        <p:spPr>
          <a:xfrm flipH="1">
            <a:off x="4333625" y="2049275"/>
            <a:ext cx="22860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Karla"/>
                <a:ea typeface="Karla"/>
                <a:cs typeface="Karla"/>
                <a:sym typeface="Karla"/>
              </a:rPr>
              <a:t>Analysis of results</a:t>
            </a:r>
            <a:endParaRPr>
              <a:solidFill>
                <a:schemeClr val="dk1"/>
              </a:solidFill>
              <a:latin typeface="Karla"/>
              <a:ea typeface="Karla"/>
              <a:cs typeface="Karla"/>
              <a:sym typeface="Karla"/>
            </a:endParaRPr>
          </a:p>
        </p:txBody>
      </p:sp>
      <p:sp>
        <p:nvSpPr>
          <p:cNvPr id="498" name="Google Shape;498;p28"/>
          <p:cNvSpPr txBox="1"/>
          <p:nvPr/>
        </p:nvSpPr>
        <p:spPr>
          <a:xfrm flipH="1">
            <a:off x="6142900" y="3493251"/>
            <a:ext cx="2286000" cy="372000"/>
          </a:xfrm>
          <a:prstGeom prst="rect">
            <a:avLst/>
          </a:prstGeom>
          <a:noFill/>
          <a:ln>
            <a:noFill/>
          </a:ln>
        </p:spPr>
        <p:txBody>
          <a:bodyPr anchorCtr="0" anchor="b" bIns="0" lIns="91425" spcFirstLastPara="1" rIns="91425" wrap="square" tIns="0">
            <a:noAutofit/>
          </a:bodyPr>
          <a:lstStyle/>
          <a:p>
            <a:pPr indent="0" lvl="0" marL="0" rtl="0" algn="ctr">
              <a:spcBef>
                <a:spcPts val="0"/>
              </a:spcBef>
              <a:spcAft>
                <a:spcPts val="0"/>
              </a:spcAft>
              <a:buNone/>
            </a:pPr>
            <a:r>
              <a:rPr lang="en" sz="2400">
                <a:solidFill>
                  <a:schemeClr val="dk1"/>
                </a:solidFill>
                <a:latin typeface="Rubik Black"/>
                <a:ea typeface="Rubik Black"/>
                <a:cs typeface="Rubik Black"/>
                <a:sym typeface="Rubik Black"/>
              </a:rPr>
              <a:t>Phase 4</a:t>
            </a:r>
            <a:endParaRPr sz="2400">
              <a:solidFill>
                <a:schemeClr val="dk1"/>
              </a:solidFill>
              <a:latin typeface="Rubik Black"/>
              <a:ea typeface="Rubik Black"/>
              <a:cs typeface="Rubik Black"/>
              <a:sym typeface="Rubik Black"/>
            </a:endParaRPr>
          </a:p>
        </p:txBody>
      </p:sp>
      <p:sp>
        <p:nvSpPr>
          <p:cNvPr id="499" name="Google Shape;499;p28"/>
          <p:cNvSpPr txBox="1"/>
          <p:nvPr/>
        </p:nvSpPr>
        <p:spPr>
          <a:xfrm flipH="1">
            <a:off x="6142900" y="3830797"/>
            <a:ext cx="2286000" cy="59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Karla"/>
                <a:ea typeface="Karla"/>
                <a:cs typeface="Karla"/>
                <a:sym typeface="Karla"/>
              </a:rPr>
              <a:t>Updated proposal +</a:t>
            </a:r>
            <a:endParaRPr>
              <a:solidFill>
                <a:schemeClr val="dk1"/>
              </a:solidFill>
              <a:latin typeface="Karla"/>
              <a:ea typeface="Karla"/>
              <a:cs typeface="Karla"/>
              <a:sym typeface="Karla"/>
            </a:endParaRPr>
          </a:p>
          <a:p>
            <a:pPr indent="0" lvl="0" marL="0" rtl="0" algn="ctr">
              <a:spcBef>
                <a:spcPts val="0"/>
              </a:spcBef>
              <a:spcAft>
                <a:spcPts val="0"/>
              </a:spcAft>
              <a:buNone/>
            </a:pPr>
            <a:r>
              <a:rPr lang="en">
                <a:solidFill>
                  <a:schemeClr val="dk1"/>
                </a:solidFill>
                <a:latin typeface="Karla"/>
                <a:ea typeface="Karla"/>
                <a:cs typeface="Karla"/>
                <a:sym typeface="Karla"/>
              </a:rPr>
              <a:t>Deliverables for client</a:t>
            </a:r>
            <a:endParaRPr>
              <a:solidFill>
                <a:schemeClr val="dk1"/>
              </a:solidFill>
              <a:latin typeface="Karla"/>
              <a:ea typeface="Karla"/>
              <a:cs typeface="Karla"/>
              <a:sym typeface="Karla"/>
            </a:endParaRPr>
          </a:p>
        </p:txBody>
      </p:sp>
      <p:cxnSp>
        <p:nvCxnSpPr>
          <p:cNvPr id="500" name="Google Shape;500;p28"/>
          <p:cNvCxnSpPr>
            <a:stCxn id="493" idx="2"/>
            <a:endCxn id="488" idx="0"/>
          </p:cNvCxnSpPr>
          <p:nvPr/>
        </p:nvCxnSpPr>
        <p:spPr>
          <a:xfrm flipH="1">
            <a:off x="1858025" y="2467203"/>
            <a:ext cx="2700" cy="316800"/>
          </a:xfrm>
          <a:prstGeom prst="straightConnector1">
            <a:avLst/>
          </a:prstGeom>
          <a:noFill/>
          <a:ln cap="flat" cmpd="sng" w="28575">
            <a:solidFill>
              <a:schemeClr val="dk1"/>
            </a:solidFill>
            <a:prstDash val="solid"/>
            <a:round/>
            <a:headEnd len="med" w="med" type="none"/>
            <a:tailEnd len="med" w="med" type="none"/>
          </a:ln>
        </p:spPr>
      </p:cxnSp>
      <p:cxnSp>
        <p:nvCxnSpPr>
          <p:cNvPr id="501" name="Google Shape;501;p28"/>
          <p:cNvCxnSpPr>
            <a:stCxn id="489" idx="2"/>
            <a:endCxn id="494" idx="0"/>
          </p:cNvCxnSpPr>
          <p:nvPr/>
        </p:nvCxnSpPr>
        <p:spPr>
          <a:xfrm flipH="1">
            <a:off x="3665250" y="3241306"/>
            <a:ext cx="2100" cy="252000"/>
          </a:xfrm>
          <a:prstGeom prst="straightConnector1">
            <a:avLst/>
          </a:prstGeom>
          <a:noFill/>
          <a:ln cap="flat" cmpd="sng" w="28575">
            <a:solidFill>
              <a:schemeClr val="dk1"/>
            </a:solidFill>
            <a:prstDash val="solid"/>
            <a:round/>
            <a:headEnd len="med" w="med" type="none"/>
            <a:tailEnd len="med" w="med" type="none"/>
          </a:ln>
        </p:spPr>
      </p:cxnSp>
      <p:cxnSp>
        <p:nvCxnSpPr>
          <p:cNvPr id="502" name="Google Shape;502;p28"/>
          <p:cNvCxnSpPr>
            <a:stCxn id="490" idx="0"/>
          </p:cNvCxnSpPr>
          <p:nvPr/>
        </p:nvCxnSpPr>
        <p:spPr>
          <a:xfrm flipH="1" rot="10800000">
            <a:off x="5476625" y="2467306"/>
            <a:ext cx="9000" cy="316800"/>
          </a:xfrm>
          <a:prstGeom prst="straightConnector1">
            <a:avLst/>
          </a:prstGeom>
          <a:noFill/>
          <a:ln cap="flat" cmpd="sng" w="28575">
            <a:solidFill>
              <a:schemeClr val="dk1"/>
            </a:solidFill>
            <a:prstDash val="solid"/>
            <a:round/>
            <a:headEnd len="med" w="med" type="none"/>
            <a:tailEnd len="med" w="med" type="none"/>
          </a:ln>
        </p:spPr>
      </p:cxnSp>
      <p:cxnSp>
        <p:nvCxnSpPr>
          <p:cNvPr id="503" name="Google Shape;503;p28"/>
          <p:cNvCxnSpPr>
            <a:stCxn id="491" idx="2"/>
            <a:endCxn id="498" idx="0"/>
          </p:cNvCxnSpPr>
          <p:nvPr/>
        </p:nvCxnSpPr>
        <p:spPr>
          <a:xfrm>
            <a:off x="7285900" y="3241306"/>
            <a:ext cx="0" cy="252000"/>
          </a:xfrm>
          <a:prstGeom prst="straightConnector1">
            <a:avLst/>
          </a:prstGeom>
          <a:noFill/>
          <a:ln cap="flat" cmpd="sng" w="28575">
            <a:solidFill>
              <a:schemeClr val="dk1"/>
            </a:solidFill>
            <a:prstDash val="solid"/>
            <a:round/>
            <a:headEnd len="med" w="med" type="none"/>
            <a:tailEnd len="med" w="med" type="none"/>
          </a:ln>
        </p:spPr>
      </p:cxnSp>
      <p:cxnSp>
        <p:nvCxnSpPr>
          <p:cNvPr id="504" name="Google Shape;504;p28"/>
          <p:cNvCxnSpPr>
            <a:stCxn id="488" idx="3"/>
            <a:endCxn id="489" idx="1"/>
          </p:cNvCxnSpPr>
          <p:nvPr/>
        </p:nvCxnSpPr>
        <p:spPr>
          <a:xfrm>
            <a:off x="2680975" y="3012706"/>
            <a:ext cx="163500" cy="0"/>
          </a:xfrm>
          <a:prstGeom prst="straightConnector1">
            <a:avLst/>
          </a:prstGeom>
          <a:noFill/>
          <a:ln cap="flat" cmpd="sng" w="28575">
            <a:solidFill>
              <a:schemeClr val="dk1"/>
            </a:solidFill>
            <a:prstDash val="solid"/>
            <a:round/>
            <a:headEnd len="med" w="med" type="none"/>
            <a:tailEnd len="med" w="med" type="none"/>
          </a:ln>
        </p:spPr>
      </p:cxnSp>
      <p:cxnSp>
        <p:nvCxnSpPr>
          <p:cNvPr id="505" name="Google Shape;505;p28"/>
          <p:cNvCxnSpPr>
            <a:stCxn id="489" idx="3"/>
            <a:endCxn id="490" idx="1"/>
          </p:cNvCxnSpPr>
          <p:nvPr/>
        </p:nvCxnSpPr>
        <p:spPr>
          <a:xfrm>
            <a:off x="4490250" y="3012706"/>
            <a:ext cx="163500" cy="0"/>
          </a:xfrm>
          <a:prstGeom prst="straightConnector1">
            <a:avLst/>
          </a:prstGeom>
          <a:noFill/>
          <a:ln cap="flat" cmpd="sng" w="28575">
            <a:solidFill>
              <a:schemeClr val="dk1"/>
            </a:solidFill>
            <a:prstDash val="solid"/>
            <a:round/>
            <a:headEnd len="med" w="med" type="none"/>
            <a:tailEnd len="med" w="med" type="none"/>
          </a:ln>
        </p:spPr>
      </p:cxnSp>
      <p:cxnSp>
        <p:nvCxnSpPr>
          <p:cNvPr id="506" name="Google Shape;506;p28"/>
          <p:cNvCxnSpPr>
            <a:stCxn id="490" idx="3"/>
            <a:endCxn id="491" idx="1"/>
          </p:cNvCxnSpPr>
          <p:nvPr/>
        </p:nvCxnSpPr>
        <p:spPr>
          <a:xfrm>
            <a:off x="6299525" y="3012706"/>
            <a:ext cx="163500" cy="0"/>
          </a:xfrm>
          <a:prstGeom prst="straightConnector1">
            <a:avLst/>
          </a:prstGeom>
          <a:noFill/>
          <a:ln cap="flat" cmpd="sng" w="28575">
            <a:solidFill>
              <a:schemeClr val="dk1"/>
            </a:solidFill>
            <a:prstDash val="solid"/>
            <a:round/>
            <a:headEnd len="med" w="med" type="none"/>
            <a:tailEnd len="med" w="med" type="none"/>
          </a:ln>
        </p:spPr>
      </p:cxnSp>
      <p:cxnSp>
        <p:nvCxnSpPr>
          <p:cNvPr id="507" name="Google Shape;507;p28"/>
          <p:cNvCxnSpPr>
            <a:stCxn id="491" idx="3"/>
          </p:cNvCxnSpPr>
          <p:nvPr/>
        </p:nvCxnSpPr>
        <p:spPr>
          <a:xfrm>
            <a:off x="8108800" y="3012706"/>
            <a:ext cx="321000" cy="0"/>
          </a:xfrm>
          <a:prstGeom prst="straightConnector1">
            <a:avLst/>
          </a:prstGeom>
          <a:noFill/>
          <a:ln cap="flat" cmpd="sng" w="28575">
            <a:solidFill>
              <a:schemeClr val="dk1"/>
            </a:solidFill>
            <a:prstDash val="solid"/>
            <a:round/>
            <a:headEnd len="med" w="med" type="none"/>
            <a:tailEnd len="med" w="med" type="oval"/>
          </a:ln>
        </p:spPr>
      </p:cxnSp>
      <p:cxnSp>
        <p:nvCxnSpPr>
          <p:cNvPr id="508" name="Google Shape;508;p28"/>
          <p:cNvCxnSpPr>
            <a:stCxn id="488" idx="1"/>
          </p:cNvCxnSpPr>
          <p:nvPr/>
        </p:nvCxnSpPr>
        <p:spPr>
          <a:xfrm rot="10800000">
            <a:off x="716275" y="3012706"/>
            <a:ext cx="318900" cy="0"/>
          </a:xfrm>
          <a:prstGeom prst="straightConnector1">
            <a:avLst/>
          </a:prstGeom>
          <a:noFill/>
          <a:ln cap="flat" cmpd="sng" w="28575">
            <a:solidFill>
              <a:schemeClr val="dk1"/>
            </a:solidFill>
            <a:prstDash val="solid"/>
            <a:round/>
            <a:headEnd len="med" w="med" type="none"/>
            <a:tailEnd len="med" w="med" type="oval"/>
          </a:ln>
        </p:spPr>
      </p:cxnSp>
      <p:sp>
        <p:nvSpPr>
          <p:cNvPr id="509" name="Google Shape;509;p28"/>
          <p:cNvSpPr/>
          <p:nvPr/>
        </p:nvSpPr>
        <p:spPr>
          <a:xfrm rot="-2700000">
            <a:off x="7919053" y="3051729"/>
            <a:ext cx="365716" cy="365716"/>
          </a:xfrm>
          <a:prstGeom prst="upArrow">
            <a:avLst>
              <a:gd fmla="val 50000" name="adj1"/>
              <a:gd fmla="val 50000"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8"/>
          <p:cNvSpPr/>
          <p:nvPr/>
        </p:nvSpPr>
        <p:spPr>
          <a:xfrm>
            <a:off x="715075" y="1044613"/>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1" name="Google Shape;511;p28"/>
          <p:cNvGrpSpPr/>
          <p:nvPr/>
        </p:nvGrpSpPr>
        <p:grpSpPr>
          <a:xfrm>
            <a:off x="7266943" y="1417337"/>
            <a:ext cx="1827475" cy="1051350"/>
            <a:chOff x="136938" y="3645137"/>
            <a:chExt cx="1827475" cy="1051350"/>
          </a:xfrm>
        </p:grpSpPr>
        <p:grpSp>
          <p:nvGrpSpPr>
            <p:cNvPr id="512" name="Google Shape;512;p28"/>
            <p:cNvGrpSpPr/>
            <p:nvPr/>
          </p:nvGrpSpPr>
          <p:grpSpPr>
            <a:xfrm>
              <a:off x="136938" y="3645137"/>
              <a:ext cx="1827475" cy="1051350"/>
              <a:chOff x="274188" y="1278048"/>
              <a:chExt cx="1827475" cy="1051350"/>
            </a:xfrm>
          </p:grpSpPr>
          <p:sp>
            <p:nvSpPr>
              <p:cNvPr id="513" name="Google Shape;513;p28"/>
              <p:cNvSpPr/>
              <p:nvPr/>
            </p:nvSpPr>
            <p:spPr>
              <a:xfrm>
                <a:off x="364363" y="1369398"/>
                <a:ext cx="1737300" cy="9600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 name="Google Shape;514;p28"/>
              <p:cNvGrpSpPr/>
              <p:nvPr/>
            </p:nvGrpSpPr>
            <p:grpSpPr>
              <a:xfrm>
                <a:off x="274188" y="1278048"/>
                <a:ext cx="1737300" cy="960000"/>
                <a:chOff x="7146475" y="2190661"/>
                <a:chExt cx="1737300" cy="960000"/>
              </a:xfrm>
            </p:grpSpPr>
            <p:sp>
              <p:nvSpPr>
                <p:cNvPr id="515" name="Google Shape;515;p28"/>
                <p:cNvSpPr/>
                <p:nvPr/>
              </p:nvSpPr>
              <p:spPr>
                <a:xfrm>
                  <a:off x="7146475" y="2190661"/>
                  <a:ext cx="1737300" cy="9600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6" name="Google Shape;516;p28"/>
                <p:cNvCxnSpPr/>
                <p:nvPr/>
              </p:nvCxnSpPr>
              <p:spPr>
                <a:xfrm>
                  <a:off x="7151600" y="2373361"/>
                  <a:ext cx="17247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517" name="Google Shape;517;p28"/>
            <p:cNvGrpSpPr/>
            <p:nvPr/>
          </p:nvGrpSpPr>
          <p:grpSpPr>
            <a:xfrm>
              <a:off x="312866" y="4003096"/>
              <a:ext cx="1339306" cy="443405"/>
              <a:chOff x="312866" y="4003096"/>
              <a:chExt cx="1339306" cy="443405"/>
            </a:xfrm>
          </p:grpSpPr>
          <p:sp>
            <p:nvSpPr>
              <p:cNvPr id="518" name="Google Shape;518;p28"/>
              <p:cNvSpPr/>
              <p:nvPr/>
            </p:nvSpPr>
            <p:spPr>
              <a:xfrm>
                <a:off x="877401" y="4018335"/>
                <a:ext cx="770549" cy="67223"/>
              </a:xfrm>
              <a:custGeom>
                <a:rect b="b" l="l" r="r" t="t"/>
                <a:pathLst>
                  <a:path extrusionOk="0" h="1513" w="17343">
                    <a:moveTo>
                      <a:pt x="1001" y="0"/>
                    </a:moveTo>
                    <a:cubicBezTo>
                      <a:pt x="1" y="0"/>
                      <a:pt x="1" y="1512"/>
                      <a:pt x="1001" y="1512"/>
                    </a:cubicBezTo>
                    <a:lnTo>
                      <a:pt x="16318" y="1512"/>
                    </a:lnTo>
                    <a:cubicBezTo>
                      <a:pt x="17342" y="1512"/>
                      <a:pt x="17342" y="0"/>
                      <a:pt x="16318"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8"/>
              <p:cNvSpPr/>
              <p:nvPr/>
            </p:nvSpPr>
            <p:spPr>
              <a:xfrm>
                <a:off x="873136" y="4156728"/>
                <a:ext cx="779036" cy="274489"/>
              </a:xfrm>
              <a:custGeom>
                <a:rect b="b" l="l" r="r" t="t"/>
                <a:pathLst>
                  <a:path extrusionOk="0" h="6178" w="17534">
                    <a:moveTo>
                      <a:pt x="9469" y="0"/>
                    </a:moveTo>
                    <a:cubicBezTo>
                      <a:pt x="9292" y="0"/>
                      <a:pt x="9116" y="62"/>
                      <a:pt x="8975" y="178"/>
                    </a:cubicBezTo>
                    <a:lnTo>
                      <a:pt x="4024" y="4470"/>
                    </a:lnTo>
                    <a:lnTo>
                      <a:pt x="1512" y="2885"/>
                    </a:lnTo>
                    <a:cubicBezTo>
                      <a:pt x="1365" y="2788"/>
                      <a:pt x="1219" y="2747"/>
                      <a:pt x="1083" y="2747"/>
                    </a:cubicBezTo>
                    <a:cubicBezTo>
                      <a:pt x="430" y="2747"/>
                      <a:pt x="0" y="3709"/>
                      <a:pt x="707" y="4153"/>
                    </a:cubicBezTo>
                    <a:lnTo>
                      <a:pt x="3682" y="6056"/>
                    </a:lnTo>
                    <a:cubicBezTo>
                      <a:pt x="3804" y="6129"/>
                      <a:pt x="3951" y="6178"/>
                      <a:pt x="4097" y="6178"/>
                    </a:cubicBezTo>
                    <a:cubicBezTo>
                      <a:pt x="4268" y="6178"/>
                      <a:pt x="4438" y="6129"/>
                      <a:pt x="4585" y="6007"/>
                    </a:cubicBezTo>
                    <a:lnTo>
                      <a:pt x="9511" y="1739"/>
                    </a:lnTo>
                    <a:lnTo>
                      <a:pt x="12731" y="4202"/>
                    </a:lnTo>
                    <a:cubicBezTo>
                      <a:pt x="12866" y="4307"/>
                      <a:pt x="13038" y="4357"/>
                      <a:pt x="13207" y="4357"/>
                    </a:cubicBezTo>
                    <a:cubicBezTo>
                      <a:pt x="13313" y="4357"/>
                      <a:pt x="13417" y="4337"/>
                      <a:pt x="13511" y="4300"/>
                    </a:cubicBezTo>
                    <a:lnTo>
                      <a:pt x="16731" y="2812"/>
                    </a:lnTo>
                    <a:cubicBezTo>
                      <a:pt x="17534" y="2432"/>
                      <a:pt x="17165" y="1337"/>
                      <a:pt x="16449" y="1337"/>
                    </a:cubicBezTo>
                    <a:cubicBezTo>
                      <a:pt x="16339" y="1337"/>
                      <a:pt x="16220" y="1363"/>
                      <a:pt x="16097" y="1422"/>
                    </a:cubicBezTo>
                    <a:lnTo>
                      <a:pt x="13292" y="2714"/>
                    </a:lnTo>
                    <a:lnTo>
                      <a:pt x="9926" y="153"/>
                    </a:lnTo>
                    <a:cubicBezTo>
                      <a:pt x="9788" y="50"/>
                      <a:pt x="9628" y="0"/>
                      <a:pt x="9469"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8"/>
              <p:cNvSpPr/>
              <p:nvPr/>
            </p:nvSpPr>
            <p:spPr>
              <a:xfrm>
                <a:off x="350807" y="4003096"/>
                <a:ext cx="211354" cy="187583"/>
              </a:xfrm>
              <a:custGeom>
                <a:rect b="b" l="l" r="r" t="t"/>
                <a:pathLst>
                  <a:path extrusionOk="0" h="4222" w="4757">
                    <a:moveTo>
                      <a:pt x="4648" y="1"/>
                    </a:moveTo>
                    <a:cubicBezTo>
                      <a:pt x="2522" y="1"/>
                      <a:pt x="648" y="1402"/>
                      <a:pt x="1" y="3441"/>
                    </a:cubicBezTo>
                    <a:lnTo>
                      <a:pt x="2391" y="4221"/>
                    </a:lnTo>
                    <a:cubicBezTo>
                      <a:pt x="2708" y="3197"/>
                      <a:pt x="3683" y="2490"/>
                      <a:pt x="4757" y="2490"/>
                    </a:cubicBezTo>
                    <a:lnTo>
                      <a:pt x="4757" y="2"/>
                    </a:lnTo>
                    <a:cubicBezTo>
                      <a:pt x="4720" y="1"/>
                      <a:pt x="4684" y="1"/>
                      <a:pt x="4648"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8"/>
              <p:cNvSpPr/>
              <p:nvPr/>
            </p:nvSpPr>
            <p:spPr>
              <a:xfrm>
                <a:off x="312866" y="4155928"/>
                <a:ext cx="460606" cy="290572"/>
              </a:xfrm>
              <a:custGeom>
                <a:rect b="b" l="l" r="r" t="t"/>
                <a:pathLst>
                  <a:path extrusionOk="0" h="6540" w="10367">
                    <a:moveTo>
                      <a:pt x="855" y="1"/>
                    </a:moveTo>
                    <a:lnTo>
                      <a:pt x="855" y="1"/>
                    </a:lnTo>
                    <a:cubicBezTo>
                      <a:pt x="1" y="2635"/>
                      <a:pt x="1440" y="5440"/>
                      <a:pt x="4074" y="6293"/>
                    </a:cubicBezTo>
                    <a:cubicBezTo>
                      <a:pt x="4584" y="6460"/>
                      <a:pt x="5103" y="6539"/>
                      <a:pt x="5614" y="6539"/>
                    </a:cubicBezTo>
                    <a:cubicBezTo>
                      <a:pt x="7715" y="6539"/>
                      <a:pt x="9680" y="5198"/>
                      <a:pt x="10367" y="3098"/>
                    </a:cubicBezTo>
                    <a:lnTo>
                      <a:pt x="7976" y="2318"/>
                    </a:lnTo>
                    <a:cubicBezTo>
                      <a:pt x="7642" y="3380"/>
                      <a:pt x="6657" y="4046"/>
                      <a:pt x="5597" y="4046"/>
                    </a:cubicBezTo>
                    <a:cubicBezTo>
                      <a:pt x="5343" y="4046"/>
                      <a:pt x="5085" y="4008"/>
                      <a:pt x="4830" y="3927"/>
                    </a:cubicBezTo>
                    <a:cubicBezTo>
                      <a:pt x="3513" y="3488"/>
                      <a:pt x="2806" y="2098"/>
                      <a:pt x="3245" y="781"/>
                    </a:cubicBezTo>
                    <a:lnTo>
                      <a:pt x="855" y="1"/>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8"/>
              <p:cNvSpPr/>
              <p:nvPr/>
            </p:nvSpPr>
            <p:spPr>
              <a:xfrm>
                <a:off x="562102" y="4003140"/>
                <a:ext cx="222194" cy="290483"/>
              </a:xfrm>
              <a:custGeom>
                <a:rect b="b" l="l" r="r" t="t"/>
                <a:pathLst>
                  <a:path extrusionOk="0" h="6538" w="5001">
                    <a:moveTo>
                      <a:pt x="45" y="1"/>
                    </a:moveTo>
                    <a:cubicBezTo>
                      <a:pt x="30" y="1"/>
                      <a:pt x="15" y="1"/>
                      <a:pt x="1" y="1"/>
                    </a:cubicBezTo>
                    <a:lnTo>
                      <a:pt x="1" y="2489"/>
                    </a:lnTo>
                    <a:cubicBezTo>
                      <a:pt x="1683" y="2489"/>
                      <a:pt x="2903" y="4147"/>
                      <a:pt x="2366" y="5757"/>
                    </a:cubicBezTo>
                    <a:lnTo>
                      <a:pt x="4757" y="6537"/>
                    </a:lnTo>
                    <a:cubicBezTo>
                      <a:pt x="4927" y="6025"/>
                      <a:pt x="5000" y="5513"/>
                      <a:pt x="5000" y="5001"/>
                    </a:cubicBezTo>
                    <a:cubicBezTo>
                      <a:pt x="5000" y="2235"/>
                      <a:pt x="2781" y="1"/>
                      <a:pt x="45"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3" name="Google Shape;523;p28"/>
          <p:cNvSpPr txBox="1"/>
          <p:nvPr/>
        </p:nvSpPr>
        <p:spPr>
          <a:xfrm flipH="1">
            <a:off x="700050" y="3265250"/>
            <a:ext cx="2144400" cy="82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Karla"/>
                <a:ea typeface="Karla"/>
                <a:cs typeface="Karla"/>
                <a:sym typeface="Karla"/>
              </a:rPr>
              <a:t>*Data collection was delayed due to scheduling conflicts and process we used to collect data..</a:t>
            </a:r>
            <a:endParaRPr sz="1100">
              <a:solidFill>
                <a:schemeClr val="dk1"/>
              </a:solidFill>
              <a:latin typeface="Karla"/>
              <a:ea typeface="Karla"/>
              <a:cs typeface="Karla"/>
              <a:sym typeface="Karla"/>
            </a:endParaRPr>
          </a:p>
        </p:txBody>
      </p:sp>
      <p:grpSp>
        <p:nvGrpSpPr>
          <p:cNvPr id="524" name="Google Shape;524;p28"/>
          <p:cNvGrpSpPr/>
          <p:nvPr/>
        </p:nvGrpSpPr>
        <p:grpSpPr>
          <a:xfrm>
            <a:off x="359113" y="328105"/>
            <a:ext cx="259527" cy="259527"/>
            <a:chOff x="858700" y="1967475"/>
            <a:chExt cx="605100" cy="605100"/>
          </a:xfrm>
        </p:grpSpPr>
        <p:sp>
          <p:nvSpPr>
            <p:cNvPr id="525" name="Google Shape;525;p28"/>
            <p:cNvSpPr/>
            <p:nvPr/>
          </p:nvSpPr>
          <p:spPr>
            <a:xfrm>
              <a:off x="858700" y="1967475"/>
              <a:ext cx="605100" cy="605100"/>
            </a:xfrm>
            <a:prstGeom prst="roundRect">
              <a:avLst>
                <a:gd fmla="val 15109" name="adj"/>
              </a:avLst>
            </a:prstGeom>
            <a:solidFill>
              <a:schemeClr val="accent3"/>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sp>
          <p:nvSpPr>
            <p:cNvPr id="526" name="Google Shape;526;p28"/>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29"/>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Timeline</a:t>
            </a:r>
            <a:endParaRPr/>
          </a:p>
        </p:txBody>
      </p:sp>
      <p:sp>
        <p:nvSpPr>
          <p:cNvPr id="532" name="Google Shape;532;p29"/>
          <p:cNvSpPr/>
          <p:nvPr/>
        </p:nvSpPr>
        <p:spPr>
          <a:xfrm>
            <a:off x="937561" y="2702100"/>
            <a:ext cx="1241100" cy="417000"/>
          </a:xfrm>
          <a:prstGeom prst="rect">
            <a:avLst/>
          </a:prstGeom>
          <a:solidFill>
            <a:schemeClr val="lt1"/>
          </a:solidFill>
          <a:ln cap="flat" cmpd="sng" w="26075">
            <a:solidFill>
              <a:schemeClr val="dk1"/>
            </a:solidFill>
            <a:prstDash val="solid"/>
            <a:round/>
            <a:headEnd len="sm" w="sm" type="none"/>
            <a:tailEnd len="sm" w="sm" type="none"/>
          </a:ln>
        </p:spPr>
        <p:txBody>
          <a:bodyPr anchorCtr="0" anchor="ctr" bIns="83400" lIns="83400" spcFirstLastPara="1" rIns="83400" wrap="square" tIns="83400">
            <a:noAutofit/>
          </a:bodyPr>
          <a:lstStyle/>
          <a:p>
            <a:pPr indent="0" lvl="0" marL="0" rtl="0" algn="ctr">
              <a:spcBef>
                <a:spcPts val="0"/>
              </a:spcBef>
              <a:spcAft>
                <a:spcPts val="0"/>
              </a:spcAft>
              <a:buNone/>
            </a:pPr>
            <a:r>
              <a:rPr lang="en" sz="1095">
                <a:solidFill>
                  <a:schemeClr val="dk1"/>
                </a:solidFill>
                <a:latin typeface="Rubik Black"/>
                <a:ea typeface="Rubik Black"/>
                <a:cs typeface="Rubik Black"/>
                <a:sym typeface="Rubik Black"/>
              </a:rPr>
              <a:t>March 4</a:t>
            </a:r>
            <a:endParaRPr sz="1095">
              <a:solidFill>
                <a:schemeClr val="dk1"/>
              </a:solidFill>
              <a:latin typeface="Rubik Black"/>
              <a:ea typeface="Rubik Black"/>
              <a:cs typeface="Rubik Black"/>
              <a:sym typeface="Rubik Black"/>
            </a:endParaRPr>
          </a:p>
        </p:txBody>
      </p:sp>
      <p:sp>
        <p:nvSpPr>
          <p:cNvPr id="533" name="Google Shape;533;p29"/>
          <p:cNvSpPr/>
          <p:nvPr/>
        </p:nvSpPr>
        <p:spPr>
          <a:xfrm>
            <a:off x="2390324" y="2701950"/>
            <a:ext cx="1277700" cy="417000"/>
          </a:xfrm>
          <a:prstGeom prst="rect">
            <a:avLst/>
          </a:prstGeom>
          <a:solidFill>
            <a:schemeClr val="lt1"/>
          </a:solidFill>
          <a:ln cap="flat" cmpd="sng" w="26075">
            <a:solidFill>
              <a:schemeClr val="dk1"/>
            </a:solidFill>
            <a:prstDash val="solid"/>
            <a:round/>
            <a:headEnd len="sm" w="sm" type="none"/>
            <a:tailEnd len="sm" w="sm" type="none"/>
          </a:ln>
        </p:spPr>
        <p:txBody>
          <a:bodyPr anchorCtr="0" anchor="ctr" bIns="83400" lIns="83400" spcFirstLastPara="1" rIns="83400" wrap="square" tIns="83400">
            <a:noAutofit/>
          </a:bodyPr>
          <a:lstStyle/>
          <a:p>
            <a:pPr indent="0" lvl="0" marL="0" rtl="0" algn="ctr">
              <a:spcBef>
                <a:spcPts val="0"/>
              </a:spcBef>
              <a:spcAft>
                <a:spcPts val="0"/>
              </a:spcAft>
              <a:buNone/>
            </a:pPr>
            <a:r>
              <a:rPr lang="en" sz="1095">
                <a:solidFill>
                  <a:schemeClr val="dk1"/>
                </a:solidFill>
                <a:latin typeface="Rubik Black"/>
                <a:ea typeface="Rubik Black"/>
                <a:cs typeface="Rubik Black"/>
                <a:sym typeface="Rubik Black"/>
              </a:rPr>
              <a:t>Mar 4-28</a:t>
            </a:r>
            <a:endParaRPr sz="1095">
              <a:solidFill>
                <a:schemeClr val="dk1"/>
              </a:solidFill>
              <a:latin typeface="Rubik Black"/>
              <a:ea typeface="Rubik Black"/>
              <a:cs typeface="Rubik Black"/>
              <a:sym typeface="Rubik Black"/>
            </a:endParaRPr>
          </a:p>
        </p:txBody>
      </p:sp>
      <p:sp>
        <p:nvSpPr>
          <p:cNvPr id="534" name="Google Shape;534;p29"/>
          <p:cNvSpPr/>
          <p:nvPr/>
        </p:nvSpPr>
        <p:spPr>
          <a:xfrm>
            <a:off x="3906687" y="2701950"/>
            <a:ext cx="1277700" cy="417000"/>
          </a:xfrm>
          <a:prstGeom prst="rect">
            <a:avLst/>
          </a:prstGeom>
          <a:solidFill>
            <a:schemeClr val="lt1"/>
          </a:solidFill>
          <a:ln cap="flat" cmpd="sng" w="26075">
            <a:solidFill>
              <a:schemeClr val="dk1"/>
            </a:solidFill>
            <a:prstDash val="solid"/>
            <a:round/>
            <a:headEnd len="sm" w="sm" type="none"/>
            <a:tailEnd len="sm" w="sm" type="none"/>
          </a:ln>
        </p:spPr>
        <p:txBody>
          <a:bodyPr anchorCtr="0" anchor="ctr" bIns="83400" lIns="83400" spcFirstLastPara="1" rIns="83400" wrap="square" tIns="83400">
            <a:noAutofit/>
          </a:bodyPr>
          <a:lstStyle/>
          <a:p>
            <a:pPr indent="0" lvl="0" marL="0" rtl="0" algn="ctr">
              <a:spcBef>
                <a:spcPts val="0"/>
              </a:spcBef>
              <a:spcAft>
                <a:spcPts val="0"/>
              </a:spcAft>
              <a:buNone/>
            </a:pPr>
            <a:r>
              <a:rPr lang="en" sz="1095">
                <a:solidFill>
                  <a:schemeClr val="dk1"/>
                </a:solidFill>
                <a:latin typeface="Rubik Black"/>
                <a:ea typeface="Rubik Black"/>
                <a:cs typeface="Rubik Black"/>
                <a:sym typeface="Rubik Black"/>
              </a:rPr>
              <a:t>Mar 29-Apr 12</a:t>
            </a:r>
            <a:endParaRPr sz="1095">
              <a:solidFill>
                <a:schemeClr val="dk1"/>
              </a:solidFill>
              <a:latin typeface="Rubik Black"/>
              <a:ea typeface="Rubik Black"/>
              <a:cs typeface="Rubik Black"/>
              <a:sym typeface="Rubik Black"/>
            </a:endParaRPr>
          </a:p>
        </p:txBody>
      </p:sp>
      <p:sp>
        <p:nvSpPr>
          <p:cNvPr id="535" name="Google Shape;535;p29"/>
          <p:cNvSpPr/>
          <p:nvPr/>
        </p:nvSpPr>
        <p:spPr>
          <a:xfrm>
            <a:off x="5444025" y="2702100"/>
            <a:ext cx="1277700" cy="417000"/>
          </a:xfrm>
          <a:prstGeom prst="rect">
            <a:avLst/>
          </a:prstGeom>
          <a:solidFill>
            <a:schemeClr val="lt1"/>
          </a:solidFill>
          <a:ln cap="flat" cmpd="sng" w="26075">
            <a:solidFill>
              <a:schemeClr val="dk1"/>
            </a:solidFill>
            <a:prstDash val="solid"/>
            <a:round/>
            <a:headEnd len="sm" w="sm" type="none"/>
            <a:tailEnd len="sm" w="sm" type="none"/>
          </a:ln>
        </p:spPr>
        <p:txBody>
          <a:bodyPr anchorCtr="0" anchor="ctr" bIns="83400" lIns="83400" spcFirstLastPara="1" rIns="83400" wrap="square" tIns="83400">
            <a:noAutofit/>
          </a:bodyPr>
          <a:lstStyle/>
          <a:p>
            <a:pPr indent="0" lvl="0" marL="0" rtl="0" algn="ctr">
              <a:spcBef>
                <a:spcPts val="0"/>
              </a:spcBef>
              <a:spcAft>
                <a:spcPts val="0"/>
              </a:spcAft>
              <a:buNone/>
            </a:pPr>
            <a:r>
              <a:rPr lang="en" sz="1095">
                <a:solidFill>
                  <a:schemeClr val="dk1"/>
                </a:solidFill>
                <a:latin typeface="Rubik Black"/>
                <a:ea typeface="Rubik Black"/>
                <a:cs typeface="Rubik Black"/>
                <a:sym typeface="Rubik Black"/>
              </a:rPr>
              <a:t>Apr 12-14</a:t>
            </a:r>
            <a:endParaRPr sz="1095">
              <a:solidFill>
                <a:schemeClr val="dk1"/>
              </a:solidFill>
              <a:latin typeface="Rubik Black"/>
              <a:ea typeface="Rubik Black"/>
              <a:cs typeface="Rubik Black"/>
              <a:sym typeface="Rubik Black"/>
            </a:endParaRPr>
          </a:p>
        </p:txBody>
      </p:sp>
      <p:sp>
        <p:nvSpPr>
          <p:cNvPr id="536" name="Google Shape;536;p29"/>
          <p:cNvSpPr txBox="1"/>
          <p:nvPr/>
        </p:nvSpPr>
        <p:spPr>
          <a:xfrm flipH="1">
            <a:off x="702360" y="1778609"/>
            <a:ext cx="2085300" cy="417000"/>
          </a:xfrm>
          <a:prstGeom prst="rect">
            <a:avLst/>
          </a:prstGeom>
          <a:noFill/>
          <a:ln>
            <a:noFill/>
          </a:ln>
        </p:spPr>
        <p:txBody>
          <a:bodyPr anchorCtr="0" anchor="b" bIns="0" lIns="83400" spcFirstLastPara="1" rIns="83400" wrap="square" tIns="0">
            <a:noAutofit/>
          </a:bodyPr>
          <a:lstStyle/>
          <a:p>
            <a:pPr indent="0" lvl="0" marL="0" rtl="0" algn="ctr">
              <a:spcBef>
                <a:spcPts val="0"/>
              </a:spcBef>
              <a:spcAft>
                <a:spcPts val="0"/>
              </a:spcAft>
              <a:buNone/>
            </a:pPr>
            <a:r>
              <a:t/>
            </a:r>
            <a:endParaRPr sz="2189">
              <a:solidFill>
                <a:schemeClr val="dk1"/>
              </a:solidFill>
              <a:latin typeface="Rubik Black"/>
              <a:ea typeface="Rubik Black"/>
              <a:cs typeface="Rubik Black"/>
              <a:sym typeface="Rubik Black"/>
            </a:endParaRPr>
          </a:p>
        </p:txBody>
      </p:sp>
      <p:sp>
        <p:nvSpPr>
          <p:cNvPr id="537" name="Google Shape;537;p29"/>
          <p:cNvSpPr txBox="1"/>
          <p:nvPr/>
        </p:nvSpPr>
        <p:spPr>
          <a:xfrm flipH="1">
            <a:off x="2250675" y="3422550"/>
            <a:ext cx="1864500" cy="728100"/>
          </a:xfrm>
          <a:prstGeom prst="rect">
            <a:avLst/>
          </a:prstGeom>
          <a:noFill/>
          <a:ln>
            <a:noFill/>
          </a:ln>
        </p:spPr>
        <p:txBody>
          <a:bodyPr anchorCtr="0" anchor="t" bIns="83400" lIns="83400" spcFirstLastPara="1" rIns="83400" wrap="square" tIns="83400">
            <a:noAutofit/>
          </a:bodyPr>
          <a:lstStyle/>
          <a:p>
            <a:pPr indent="0" lvl="0" marL="0" rtl="0" algn="ctr">
              <a:spcBef>
                <a:spcPts val="0"/>
              </a:spcBef>
              <a:spcAft>
                <a:spcPts val="0"/>
              </a:spcAft>
              <a:buNone/>
            </a:pPr>
            <a:r>
              <a:rPr lang="en">
                <a:solidFill>
                  <a:schemeClr val="dk1"/>
                </a:solidFill>
                <a:latin typeface="Karla"/>
                <a:ea typeface="Karla"/>
                <a:cs typeface="Karla"/>
                <a:sym typeface="Karla"/>
              </a:rPr>
              <a:t>-Data collection</a:t>
            </a:r>
            <a:endParaRPr>
              <a:solidFill>
                <a:schemeClr val="dk1"/>
              </a:solidFill>
              <a:latin typeface="Karla"/>
              <a:ea typeface="Karla"/>
              <a:cs typeface="Karla"/>
              <a:sym typeface="Karla"/>
            </a:endParaRPr>
          </a:p>
          <a:p>
            <a:pPr indent="0" lvl="0" marL="0" rtl="0" algn="ctr">
              <a:spcBef>
                <a:spcPts val="0"/>
              </a:spcBef>
              <a:spcAft>
                <a:spcPts val="0"/>
              </a:spcAft>
              <a:buNone/>
            </a:pPr>
            <a:r>
              <a:rPr lang="en">
                <a:solidFill>
                  <a:schemeClr val="dk1"/>
                </a:solidFill>
                <a:latin typeface="Karla"/>
                <a:ea typeface="Karla"/>
                <a:cs typeface="Karla"/>
                <a:sym typeface="Karla"/>
              </a:rPr>
              <a:t>-Cleaning</a:t>
            </a:r>
            <a:endParaRPr>
              <a:solidFill>
                <a:schemeClr val="dk1"/>
              </a:solidFill>
              <a:latin typeface="Karla"/>
              <a:ea typeface="Karla"/>
              <a:cs typeface="Karla"/>
              <a:sym typeface="Karla"/>
            </a:endParaRPr>
          </a:p>
          <a:p>
            <a:pPr indent="0" lvl="0" marL="0" rtl="0" algn="ctr">
              <a:spcBef>
                <a:spcPts val="0"/>
              </a:spcBef>
              <a:spcAft>
                <a:spcPts val="0"/>
              </a:spcAft>
              <a:buNone/>
            </a:pPr>
            <a:r>
              <a:rPr lang="en">
                <a:solidFill>
                  <a:schemeClr val="dk1"/>
                </a:solidFill>
                <a:latin typeface="Karla"/>
                <a:ea typeface="Karla"/>
                <a:cs typeface="Karla"/>
                <a:sym typeface="Karla"/>
              </a:rPr>
              <a:t>-Alignment</a:t>
            </a:r>
            <a:endParaRPr>
              <a:solidFill>
                <a:schemeClr val="dk1"/>
              </a:solidFill>
              <a:latin typeface="Karla"/>
              <a:ea typeface="Karla"/>
              <a:cs typeface="Karla"/>
              <a:sym typeface="Karla"/>
            </a:endParaRPr>
          </a:p>
        </p:txBody>
      </p:sp>
      <p:sp>
        <p:nvSpPr>
          <p:cNvPr id="538" name="Google Shape;538;p29"/>
          <p:cNvSpPr txBox="1"/>
          <p:nvPr/>
        </p:nvSpPr>
        <p:spPr>
          <a:xfrm flipH="1">
            <a:off x="3502850" y="1575950"/>
            <a:ext cx="2388000" cy="775200"/>
          </a:xfrm>
          <a:prstGeom prst="rect">
            <a:avLst/>
          </a:prstGeom>
          <a:noFill/>
          <a:ln>
            <a:noFill/>
          </a:ln>
        </p:spPr>
        <p:txBody>
          <a:bodyPr anchorCtr="0" anchor="t" bIns="83400" lIns="83400" spcFirstLastPara="1" rIns="83400" wrap="square" tIns="83400">
            <a:noAutofit/>
          </a:bodyPr>
          <a:lstStyle/>
          <a:p>
            <a:pPr indent="0" lvl="0" marL="0" rtl="0" algn="ctr">
              <a:spcBef>
                <a:spcPts val="0"/>
              </a:spcBef>
              <a:spcAft>
                <a:spcPts val="0"/>
              </a:spcAft>
              <a:buNone/>
            </a:pPr>
            <a:r>
              <a:rPr lang="en" sz="1500">
                <a:solidFill>
                  <a:schemeClr val="dk1"/>
                </a:solidFill>
                <a:latin typeface="Karla"/>
                <a:ea typeface="Karla"/>
                <a:cs typeface="Karla"/>
                <a:sym typeface="Karla"/>
              </a:rPr>
              <a:t>-Training</a:t>
            </a:r>
            <a:endParaRPr sz="1500">
              <a:solidFill>
                <a:schemeClr val="dk1"/>
              </a:solidFill>
              <a:latin typeface="Karla"/>
              <a:ea typeface="Karla"/>
              <a:cs typeface="Karla"/>
              <a:sym typeface="Karla"/>
            </a:endParaRPr>
          </a:p>
          <a:p>
            <a:pPr indent="0" lvl="0" marL="0" rtl="0" algn="ctr">
              <a:spcBef>
                <a:spcPts val="0"/>
              </a:spcBef>
              <a:spcAft>
                <a:spcPts val="0"/>
              </a:spcAft>
              <a:buNone/>
            </a:pPr>
            <a:r>
              <a:rPr lang="en" sz="1500">
                <a:solidFill>
                  <a:schemeClr val="dk1"/>
                </a:solidFill>
                <a:latin typeface="Karla"/>
                <a:ea typeface="Karla"/>
                <a:cs typeface="Karla"/>
                <a:sym typeface="Karla"/>
              </a:rPr>
              <a:t>-PEMT</a:t>
            </a:r>
            <a:endParaRPr sz="1500">
              <a:solidFill>
                <a:schemeClr val="dk1"/>
              </a:solidFill>
              <a:latin typeface="Karla"/>
              <a:ea typeface="Karla"/>
              <a:cs typeface="Karla"/>
              <a:sym typeface="Karla"/>
            </a:endParaRPr>
          </a:p>
          <a:p>
            <a:pPr indent="0" lvl="0" marL="0" rtl="0" algn="l">
              <a:spcBef>
                <a:spcPts val="0"/>
              </a:spcBef>
              <a:spcAft>
                <a:spcPts val="0"/>
              </a:spcAft>
              <a:buNone/>
            </a:pPr>
            <a:r>
              <a:rPr lang="en" sz="1500">
                <a:solidFill>
                  <a:schemeClr val="dk1"/>
                </a:solidFill>
                <a:latin typeface="Karla"/>
                <a:ea typeface="Karla"/>
                <a:cs typeface="Karla"/>
                <a:sym typeface="Karla"/>
              </a:rPr>
              <a:t>	-Human Evaluation</a:t>
            </a:r>
            <a:endParaRPr sz="1500">
              <a:solidFill>
                <a:schemeClr val="dk1"/>
              </a:solidFill>
              <a:latin typeface="Karla"/>
              <a:ea typeface="Karla"/>
              <a:cs typeface="Karla"/>
              <a:sym typeface="Karla"/>
            </a:endParaRPr>
          </a:p>
        </p:txBody>
      </p:sp>
      <p:sp>
        <p:nvSpPr>
          <p:cNvPr id="539" name="Google Shape;539;p29"/>
          <p:cNvSpPr txBox="1"/>
          <p:nvPr/>
        </p:nvSpPr>
        <p:spPr>
          <a:xfrm flipH="1">
            <a:off x="5588175" y="3396903"/>
            <a:ext cx="2085300" cy="728100"/>
          </a:xfrm>
          <a:prstGeom prst="rect">
            <a:avLst/>
          </a:prstGeom>
          <a:noFill/>
          <a:ln>
            <a:noFill/>
          </a:ln>
        </p:spPr>
        <p:txBody>
          <a:bodyPr anchorCtr="0" anchor="t" bIns="83400" lIns="83400" spcFirstLastPara="1" rIns="83400" wrap="square" tIns="83400">
            <a:noAutofit/>
          </a:bodyPr>
          <a:lstStyle/>
          <a:p>
            <a:pPr indent="0" lvl="0" marL="0" rtl="0" algn="ctr">
              <a:spcBef>
                <a:spcPts val="0"/>
              </a:spcBef>
              <a:spcAft>
                <a:spcPts val="0"/>
              </a:spcAft>
              <a:buNone/>
            </a:pPr>
            <a:r>
              <a:rPr lang="en" sz="1600">
                <a:solidFill>
                  <a:schemeClr val="dk1"/>
                </a:solidFill>
                <a:latin typeface="Karla"/>
                <a:ea typeface="Karla"/>
                <a:cs typeface="Karla"/>
                <a:sym typeface="Karla"/>
              </a:rPr>
              <a:t>-Results Analysis</a:t>
            </a:r>
            <a:endParaRPr sz="1600">
              <a:solidFill>
                <a:schemeClr val="dk1"/>
              </a:solidFill>
              <a:latin typeface="Karla"/>
              <a:ea typeface="Karla"/>
              <a:cs typeface="Karla"/>
              <a:sym typeface="Karla"/>
            </a:endParaRPr>
          </a:p>
          <a:p>
            <a:pPr indent="0" lvl="0" marL="0" rtl="0" algn="ctr">
              <a:spcBef>
                <a:spcPts val="0"/>
              </a:spcBef>
              <a:spcAft>
                <a:spcPts val="0"/>
              </a:spcAft>
              <a:buNone/>
            </a:pPr>
            <a:r>
              <a:rPr lang="en" sz="1600">
                <a:solidFill>
                  <a:schemeClr val="dk1"/>
                </a:solidFill>
                <a:latin typeface="Karla"/>
                <a:ea typeface="Karla"/>
                <a:cs typeface="Karla"/>
                <a:sym typeface="Karla"/>
              </a:rPr>
              <a:t>-Final Time/Cost </a:t>
            </a:r>
            <a:r>
              <a:rPr lang="en" sz="1600">
                <a:solidFill>
                  <a:schemeClr val="dk1"/>
                </a:solidFill>
                <a:latin typeface="Karla"/>
                <a:ea typeface="Karla"/>
                <a:cs typeface="Karla"/>
                <a:sym typeface="Karla"/>
              </a:rPr>
              <a:t>Calculations</a:t>
            </a:r>
            <a:endParaRPr sz="1600">
              <a:solidFill>
                <a:schemeClr val="dk1"/>
              </a:solidFill>
              <a:latin typeface="Karla"/>
              <a:ea typeface="Karla"/>
              <a:cs typeface="Karla"/>
              <a:sym typeface="Karla"/>
            </a:endParaRPr>
          </a:p>
        </p:txBody>
      </p:sp>
      <p:cxnSp>
        <p:nvCxnSpPr>
          <p:cNvPr id="540" name="Google Shape;540;p29"/>
          <p:cNvCxnSpPr>
            <a:stCxn id="541" idx="2"/>
            <a:endCxn id="532" idx="0"/>
          </p:cNvCxnSpPr>
          <p:nvPr/>
        </p:nvCxnSpPr>
        <p:spPr>
          <a:xfrm flipH="1">
            <a:off x="1558100" y="2398252"/>
            <a:ext cx="69900" cy="303900"/>
          </a:xfrm>
          <a:prstGeom prst="straightConnector1">
            <a:avLst/>
          </a:prstGeom>
          <a:noFill/>
          <a:ln cap="flat" cmpd="sng" w="26075">
            <a:solidFill>
              <a:schemeClr val="dk1"/>
            </a:solidFill>
            <a:prstDash val="solid"/>
            <a:round/>
            <a:headEnd len="med" w="med" type="none"/>
            <a:tailEnd len="med" w="med" type="none"/>
          </a:ln>
        </p:spPr>
      </p:cxnSp>
      <p:cxnSp>
        <p:nvCxnSpPr>
          <p:cNvPr id="542" name="Google Shape;542;p29"/>
          <p:cNvCxnSpPr>
            <a:stCxn id="533" idx="2"/>
            <a:endCxn id="537" idx="0"/>
          </p:cNvCxnSpPr>
          <p:nvPr/>
        </p:nvCxnSpPr>
        <p:spPr>
          <a:xfrm>
            <a:off x="3029174" y="3118950"/>
            <a:ext cx="153900" cy="303600"/>
          </a:xfrm>
          <a:prstGeom prst="straightConnector1">
            <a:avLst/>
          </a:prstGeom>
          <a:noFill/>
          <a:ln cap="flat" cmpd="sng" w="26075">
            <a:solidFill>
              <a:schemeClr val="dk1"/>
            </a:solidFill>
            <a:prstDash val="solid"/>
            <a:round/>
            <a:headEnd len="med" w="med" type="none"/>
            <a:tailEnd len="med" w="med" type="none"/>
          </a:ln>
        </p:spPr>
      </p:cxnSp>
      <p:cxnSp>
        <p:nvCxnSpPr>
          <p:cNvPr id="543" name="Google Shape;543;p29"/>
          <p:cNvCxnSpPr>
            <a:stCxn id="534" idx="0"/>
            <a:endCxn id="538" idx="2"/>
          </p:cNvCxnSpPr>
          <p:nvPr/>
        </p:nvCxnSpPr>
        <p:spPr>
          <a:xfrm flipH="1" rot="10800000">
            <a:off x="4545537" y="2351250"/>
            <a:ext cx="151200" cy="350700"/>
          </a:xfrm>
          <a:prstGeom prst="straightConnector1">
            <a:avLst/>
          </a:prstGeom>
          <a:noFill/>
          <a:ln cap="flat" cmpd="sng" w="26075">
            <a:solidFill>
              <a:schemeClr val="dk1"/>
            </a:solidFill>
            <a:prstDash val="solid"/>
            <a:round/>
            <a:headEnd len="med" w="med" type="none"/>
            <a:tailEnd len="med" w="med" type="none"/>
          </a:ln>
        </p:spPr>
      </p:cxnSp>
      <p:cxnSp>
        <p:nvCxnSpPr>
          <p:cNvPr id="544" name="Google Shape;544;p29"/>
          <p:cNvCxnSpPr>
            <a:stCxn id="535" idx="2"/>
          </p:cNvCxnSpPr>
          <p:nvPr/>
        </p:nvCxnSpPr>
        <p:spPr>
          <a:xfrm>
            <a:off x="6082875" y="3119100"/>
            <a:ext cx="203700" cy="321000"/>
          </a:xfrm>
          <a:prstGeom prst="straightConnector1">
            <a:avLst/>
          </a:prstGeom>
          <a:noFill/>
          <a:ln cap="flat" cmpd="sng" w="26075">
            <a:solidFill>
              <a:schemeClr val="dk1"/>
            </a:solidFill>
            <a:prstDash val="solid"/>
            <a:round/>
            <a:headEnd len="med" w="med" type="none"/>
            <a:tailEnd len="med" w="med" type="none"/>
          </a:ln>
        </p:spPr>
      </p:cxnSp>
      <p:cxnSp>
        <p:nvCxnSpPr>
          <p:cNvPr id="545" name="Google Shape;545;p29"/>
          <p:cNvCxnSpPr>
            <a:stCxn id="532" idx="3"/>
            <a:endCxn id="533" idx="1"/>
          </p:cNvCxnSpPr>
          <p:nvPr/>
        </p:nvCxnSpPr>
        <p:spPr>
          <a:xfrm>
            <a:off x="2178661" y="2910600"/>
            <a:ext cx="211800" cy="0"/>
          </a:xfrm>
          <a:prstGeom prst="straightConnector1">
            <a:avLst/>
          </a:prstGeom>
          <a:noFill/>
          <a:ln cap="flat" cmpd="sng" w="26075">
            <a:solidFill>
              <a:schemeClr val="dk1"/>
            </a:solidFill>
            <a:prstDash val="solid"/>
            <a:round/>
            <a:headEnd len="med" w="med" type="none"/>
            <a:tailEnd len="med" w="med" type="none"/>
          </a:ln>
        </p:spPr>
      </p:cxnSp>
      <p:cxnSp>
        <p:nvCxnSpPr>
          <p:cNvPr id="546" name="Google Shape;546;p29"/>
          <p:cNvCxnSpPr>
            <a:stCxn id="533" idx="3"/>
            <a:endCxn id="534" idx="1"/>
          </p:cNvCxnSpPr>
          <p:nvPr/>
        </p:nvCxnSpPr>
        <p:spPr>
          <a:xfrm>
            <a:off x="3668024" y="2910450"/>
            <a:ext cx="238800" cy="0"/>
          </a:xfrm>
          <a:prstGeom prst="straightConnector1">
            <a:avLst/>
          </a:prstGeom>
          <a:noFill/>
          <a:ln cap="flat" cmpd="sng" w="26075">
            <a:solidFill>
              <a:schemeClr val="dk1"/>
            </a:solidFill>
            <a:prstDash val="solid"/>
            <a:round/>
            <a:headEnd len="med" w="med" type="none"/>
            <a:tailEnd len="med" w="med" type="none"/>
          </a:ln>
        </p:spPr>
      </p:cxnSp>
      <p:cxnSp>
        <p:nvCxnSpPr>
          <p:cNvPr id="547" name="Google Shape;547;p29"/>
          <p:cNvCxnSpPr>
            <a:stCxn id="534" idx="3"/>
            <a:endCxn id="535" idx="1"/>
          </p:cNvCxnSpPr>
          <p:nvPr/>
        </p:nvCxnSpPr>
        <p:spPr>
          <a:xfrm>
            <a:off x="5184387" y="2910450"/>
            <a:ext cx="259500" cy="300"/>
          </a:xfrm>
          <a:prstGeom prst="straightConnector1">
            <a:avLst/>
          </a:prstGeom>
          <a:noFill/>
          <a:ln cap="flat" cmpd="sng" w="26075">
            <a:solidFill>
              <a:schemeClr val="dk1"/>
            </a:solidFill>
            <a:prstDash val="solid"/>
            <a:round/>
            <a:headEnd len="med" w="med" type="none"/>
            <a:tailEnd len="med" w="med" type="none"/>
          </a:ln>
        </p:spPr>
      </p:cxnSp>
      <p:cxnSp>
        <p:nvCxnSpPr>
          <p:cNvPr id="548" name="Google Shape;548;p29"/>
          <p:cNvCxnSpPr>
            <a:stCxn id="535" idx="3"/>
          </p:cNvCxnSpPr>
          <p:nvPr/>
        </p:nvCxnSpPr>
        <p:spPr>
          <a:xfrm flipH="1" rot="10800000">
            <a:off x="6721725" y="2909100"/>
            <a:ext cx="1864500" cy="1500"/>
          </a:xfrm>
          <a:prstGeom prst="straightConnector1">
            <a:avLst/>
          </a:prstGeom>
          <a:noFill/>
          <a:ln cap="flat" cmpd="sng" w="26075">
            <a:solidFill>
              <a:schemeClr val="dk1"/>
            </a:solidFill>
            <a:prstDash val="solid"/>
            <a:round/>
            <a:headEnd len="med" w="med" type="none"/>
            <a:tailEnd len="med" w="med" type="oval"/>
          </a:ln>
        </p:spPr>
      </p:cxnSp>
      <p:cxnSp>
        <p:nvCxnSpPr>
          <p:cNvPr id="549" name="Google Shape;549;p29"/>
          <p:cNvCxnSpPr>
            <a:stCxn id="532" idx="1"/>
          </p:cNvCxnSpPr>
          <p:nvPr/>
        </p:nvCxnSpPr>
        <p:spPr>
          <a:xfrm rot="10800000">
            <a:off x="618661" y="2910600"/>
            <a:ext cx="318900" cy="0"/>
          </a:xfrm>
          <a:prstGeom prst="straightConnector1">
            <a:avLst/>
          </a:prstGeom>
          <a:noFill/>
          <a:ln cap="flat" cmpd="sng" w="28575">
            <a:solidFill>
              <a:schemeClr val="dk1"/>
            </a:solidFill>
            <a:prstDash val="solid"/>
            <a:round/>
            <a:headEnd len="med" w="med" type="none"/>
            <a:tailEnd len="med" w="med" type="oval"/>
          </a:ln>
        </p:spPr>
      </p:cxnSp>
      <p:sp>
        <p:nvSpPr>
          <p:cNvPr id="550" name="Google Shape;550;p29"/>
          <p:cNvSpPr/>
          <p:nvPr/>
        </p:nvSpPr>
        <p:spPr>
          <a:xfrm>
            <a:off x="715075" y="1044613"/>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9"/>
          <p:cNvSpPr txBox="1"/>
          <p:nvPr/>
        </p:nvSpPr>
        <p:spPr>
          <a:xfrm flipH="1">
            <a:off x="650000" y="1623052"/>
            <a:ext cx="1956000" cy="775200"/>
          </a:xfrm>
          <a:prstGeom prst="rect">
            <a:avLst/>
          </a:prstGeom>
          <a:noFill/>
          <a:ln>
            <a:noFill/>
          </a:ln>
        </p:spPr>
        <p:txBody>
          <a:bodyPr anchorCtr="0" anchor="t" bIns="83400" lIns="83400" spcFirstLastPara="1" rIns="83400" wrap="square" tIns="83400">
            <a:noAutofit/>
          </a:bodyPr>
          <a:lstStyle/>
          <a:p>
            <a:pPr indent="0" lvl="0" marL="0" rtl="0" algn="ctr">
              <a:spcBef>
                <a:spcPts val="0"/>
              </a:spcBef>
              <a:spcAft>
                <a:spcPts val="0"/>
              </a:spcAft>
              <a:buClr>
                <a:schemeClr val="dk1"/>
              </a:buClr>
              <a:buSzPts val="1003"/>
              <a:buFont typeface="Arial"/>
              <a:buNone/>
            </a:pPr>
            <a:r>
              <a:rPr lang="en">
                <a:solidFill>
                  <a:schemeClr val="dk1"/>
                </a:solidFill>
                <a:latin typeface="Karla"/>
                <a:ea typeface="Karla"/>
                <a:cs typeface="Karla"/>
                <a:sym typeface="Karla"/>
              </a:rPr>
              <a:t>-Kickoff meeting</a:t>
            </a:r>
            <a:endParaRPr>
              <a:solidFill>
                <a:schemeClr val="dk1"/>
              </a:solidFill>
              <a:latin typeface="Karla"/>
              <a:ea typeface="Karla"/>
              <a:cs typeface="Karla"/>
              <a:sym typeface="Karla"/>
            </a:endParaRPr>
          </a:p>
          <a:p>
            <a:pPr indent="0" lvl="0" marL="0" rtl="0" algn="ctr">
              <a:spcBef>
                <a:spcPts val="0"/>
              </a:spcBef>
              <a:spcAft>
                <a:spcPts val="0"/>
              </a:spcAft>
              <a:buClr>
                <a:schemeClr val="dk1"/>
              </a:buClr>
              <a:buSzPts val="1003"/>
              <a:buFont typeface="Arial"/>
              <a:buNone/>
            </a:pPr>
            <a:r>
              <a:rPr lang="en">
                <a:solidFill>
                  <a:schemeClr val="dk1"/>
                </a:solidFill>
                <a:latin typeface="Karla"/>
                <a:ea typeface="Karla"/>
                <a:cs typeface="Karla"/>
                <a:sym typeface="Karla"/>
              </a:rPr>
              <a:t>-Set up Microsoft Translator Hub</a:t>
            </a:r>
            <a:endParaRPr>
              <a:solidFill>
                <a:schemeClr val="dk1"/>
              </a:solidFill>
              <a:latin typeface="Karla"/>
              <a:ea typeface="Karla"/>
              <a:cs typeface="Karla"/>
              <a:sym typeface="Karla"/>
            </a:endParaRPr>
          </a:p>
        </p:txBody>
      </p:sp>
      <p:sp>
        <p:nvSpPr>
          <p:cNvPr id="551" name="Google Shape;551;p29"/>
          <p:cNvSpPr/>
          <p:nvPr/>
        </p:nvSpPr>
        <p:spPr>
          <a:xfrm>
            <a:off x="6981388" y="2702100"/>
            <a:ext cx="1277700" cy="417000"/>
          </a:xfrm>
          <a:prstGeom prst="rect">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ubik Black"/>
                <a:ea typeface="Rubik Black"/>
                <a:cs typeface="Rubik Black"/>
                <a:sym typeface="Rubik Black"/>
              </a:rPr>
              <a:t>Apr 15</a:t>
            </a:r>
            <a:endParaRPr sz="1200">
              <a:solidFill>
                <a:schemeClr val="dk1"/>
              </a:solidFill>
              <a:latin typeface="Rubik Black"/>
              <a:ea typeface="Rubik Black"/>
              <a:cs typeface="Rubik Black"/>
              <a:sym typeface="Rubik Black"/>
            </a:endParaRPr>
          </a:p>
        </p:txBody>
      </p:sp>
      <p:sp>
        <p:nvSpPr>
          <p:cNvPr id="552" name="Google Shape;552;p29"/>
          <p:cNvSpPr txBox="1"/>
          <p:nvPr/>
        </p:nvSpPr>
        <p:spPr>
          <a:xfrm flipH="1">
            <a:off x="7040475" y="1941750"/>
            <a:ext cx="1433100" cy="350700"/>
          </a:xfrm>
          <a:prstGeom prst="rect">
            <a:avLst/>
          </a:prstGeom>
          <a:noFill/>
          <a:ln>
            <a:noFill/>
          </a:ln>
        </p:spPr>
        <p:txBody>
          <a:bodyPr anchorCtr="0" anchor="t" bIns="83400" lIns="83400" spcFirstLastPara="1" rIns="83400" wrap="square" tIns="83400">
            <a:noAutofit/>
          </a:bodyPr>
          <a:lstStyle/>
          <a:p>
            <a:pPr indent="0" lvl="0" marL="0" rtl="0" algn="l">
              <a:spcBef>
                <a:spcPts val="0"/>
              </a:spcBef>
              <a:spcAft>
                <a:spcPts val="0"/>
              </a:spcAft>
              <a:buNone/>
            </a:pPr>
            <a:r>
              <a:rPr lang="en" sz="1677">
                <a:solidFill>
                  <a:schemeClr val="dk1"/>
                </a:solidFill>
                <a:latin typeface="Karla"/>
                <a:ea typeface="Karla"/>
                <a:cs typeface="Karla"/>
                <a:sym typeface="Karla"/>
              </a:rPr>
              <a:t>Presentation </a:t>
            </a:r>
            <a:endParaRPr sz="1677">
              <a:solidFill>
                <a:schemeClr val="dk1"/>
              </a:solidFill>
              <a:latin typeface="Karla"/>
              <a:ea typeface="Karla"/>
              <a:cs typeface="Karla"/>
              <a:sym typeface="Karla"/>
            </a:endParaRPr>
          </a:p>
        </p:txBody>
      </p:sp>
      <p:cxnSp>
        <p:nvCxnSpPr>
          <p:cNvPr id="553" name="Google Shape;553;p29"/>
          <p:cNvCxnSpPr/>
          <p:nvPr/>
        </p:nvCxnSpPr>
        <p:spPr>
          <a:xfrm rot="10800000">
            <a:off x="7620262" y="2351250"/>
            <a:ext cx="0" cy="350700"/>
          </a:xfrm>
          <a:prstGeom prst="straightConnector1">
            <a:avLst/>
          </a:prstGeom>
          <a:noFill/>
          <a:ln cap="flat" cmpd="sng" w="26075">
            <a:solidFill>
              <a:schemeClr val="dk1"/>
            </a:solidFill>
            <a:prstDash val="solid"/>
            <a:round/>
            <a:headEnd len="med" w="med" type="none"/>
            <a:tailEnd len="med" w="med" type="none"/>
          </a:ln>
        </p:spPr>
      </p:cxnSp>
      <p:grpSp>
        <p:nvGrpSpPr>
          <p:cNvPr id="554" name="Google Shape;554;p29"/>
          <p:cNvGrpSpPr/>
          <p:nvPr/>
        </p:nvGrpSpPr>
        <p:grpSpPr>
          <a:xfrm>
            <a:off x="359113" y="328105"/>
            <a:ext cx="259527" cy="259527"/>
            <a:chOff x="858700" y="1967475"/>
            <a:chExt cx="605100" cy="605100"/>
          </a:xfrm>
        </p:grpSpPr>
        <p:sp>
          <p:nvSpPr>
            <p:cNvPr id="555" name="Google Shape;555;p29"/>
            <p:cNvSpPr/>
            <p:nvPr/>
          </p:nvSpPr>
          <p:spPr>
            <a:xfrm>
              <a:off x="858700" y="1967475"/>
              <a:ext cx="605100" cy="605100"/>
            </a:xfrm>
            <a:prstGeom prst="roundRect">
              <a:avLst>
                <a:gd fmla="val 15109" name="adj"/>
              </a:avLst>
            </a:prstGeom>
            <a:solidFill>
              <a:schemeClr val="accent3"/>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sp>
          <p:nvSpPr>
            <p:cNvPr id="556" name="Google Shape;556;p29"/>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grpSp>
        <p:nvGrpSpPr>
          <p:cNvPr id="561" name="Google Shape;561;p30"/>
          <p:cNvGrpSpPr/>
          <p:nvPr/>
        </p:nvGrpSpPr>
        <p:grpSpPr>
          <a:xfrm>
            <a:off x="2925225" y="1641443"/>
            <a:ext cx="3293649" cy="3077013"/>
            <a:chOff x="715400" y="1600325"/>
            <a:chExt cx="2418600" cy="2916600"/>
          </a:xfrm>
        </p:grpSpPr>
        <p:sp>
          <p:nvSpPr>
            <p:cNvPr id="562" name="Google Shape;562;p30"/>
            <p:cNvSpPr/>
            <p:nvPr/>
          </p:nvSpPr>
          <p:spPr>
            <a:xfrm>
              <a:off x="806900" y="1691825"/>
              <a:ext cx="2327100" cy="282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 name="Google Shape;563;p30"/>
            <p:cNvGrpSpPr/>
            <p:nvPr/>
          </p:nvGrpSpPr>
          <p:grpSpPr>
            <a:xfrm>
              <a:off x="715400" y="1600325"/>
              <a:ext cx="2327100" cy="2825100"/>
              <a:chOff x="715400" y="1600325"/>
              <a:chExt cx="2327100" cy="2825100"/>
            </a:xfrm>
          </p:grpSpPr>
          <p:sp>
            <p:nvSpPr>
              <p:cNvPr id="564" name="Google Shape;564;p30"/>
              <p:cNvSpPr/>
              <p:nvPr/>
            </p:nvSpPr>
            <p:spPr>
              <a:xfrm>
                <a:off x="715400" y="1600325"/>
                <a:ext cx="2327100" cy="282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5" name="Google Shape;565;p30"/>
              <p:cNvCxnSpPr/>
              <p:nvPr/>
            </p:nvCxnSpPr>
            <p:spPr>
              <a:xfrm>
                <a:off x="715400" y="1783325"/>
                <a:ext cx="2322300" cy="0"/>
              </a:xfrm>
              <a:prstGeom prst="straightConnector1">
                <a:avLst/>
              </a:prstGeom>
              <a:noFill/>
              <a:ln cap="flat" cmpd="sng" w="28575">
                <a:solidFill>
                  <a:schemeClr val="dk1"/>
                </a:solidFill>
                <a:prstDash val="solid"/>
                <a:round/>
                <a:headEnd len="med" w="med" type="none"/>
                <a:tailEnd len="med" w="med" type="none"/>
              </a:ln>
            </p:spPr>
          </p:cxnSp>
        </p:grpSp>
      </p:grpSp>
      <p:sp>
        <p:nvSpPr>
          <p:cNvPr id="566" name="Google Shape;566;p30"/>
          <p:cNvSpPr txBox="1"/>
          <p:nvPr>
            <p:ph idx="1" type="subTitle"/>
          </p:nvPr>
        </p:nvSpPr>
        <p:spPr>
          <a:xfrm>
            <a:off x="3424925" y="1869186"/>
            <a:ext cx="2197200" cy="54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200"/>
              <a:t>Data Quality</a:t>
            </a:r>
            <a:endParaRPr sz="2200"/>
          </a:p>
        </p:txBody>
      </p:sp>
      <p:sp>
        <p:nvSpPr>
          <p:cNvPr id="567" name="Google Shape;567;p30"/>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went well</a:t>
            </a:r>
            <a:endParaRPr/>
          </a:p>
        </p:txBody>
      </p:sp>
      <p:sp>
        <p:nvSpPr>
          <p:cNvPr id="568" name="Google Shape;568;p30"/>
          <p:cNvSpPr txBox="1"/>
          <p:nvPr>
            <p:ph idx="2" type="subTitle"/>
          </p:nvPr>
        </p:nvSpPr>
        <p:spPr>
          <a:xfrm>
            <a:off x="3426275" y="2417875"/>
            <a:ext cx="2194500" cy="195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t>K-pop related, slangy comments with quality EN human translations were easy to find online.</a:t>
            </a:r>
            <a:endParaRPr sz="1600"/>
          </a:p>
          <a:p>
            <a:pPr indent="0" lvl="0" marL="0" rtl="0" algn="ctr">
              <a:spcBef>
                <a:spcPts val="0"/>
              </a:spcBef>
              <a:spcAft>
                <a:spcPts val="0"/>
              </a:spcAft>
              <a:buClr>
                <a:schemeClr val="dk1"/>
              </a:buClr>
              <a:buSzPts val="1100"/>
              <a:buFont typeface="Arial"/>
              <a:buNone/>
            </a:pPr>
            <a:r>
              <a:t/>
            </a:r>
            <a:endParaRPr sz="1600"/>
          </a:p>
          <a:p>
            <a:pPr indent="0" lvl="0" marL="0" rtl="0" algn="ctr">
              <a:spcBef>
                <a:spcPts val="0"/>
              </a:spcBef>
              <a:spcAft>
                <a:spcPts val="0"/>
              </a:spcAft>
              <a:buClr>
                <a:schemeClr val="dk1"/>
              </a:buClr>
              <a:buSzPts val="1100"/>
              <a:buFont typeface="Arial"/>
              <a:buNone/>
            </a:pPr>
            <a:r>
              <a:rPr lang="en" sz="1200"/>
              <a:t>(Segments were already short; less cleaning required) </a:t>
            </a:r>
            <a:endParaRPr sz="1200"/>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t/>
            </a:r>
            <a:endParaRPr/>
          </a:p>
        </p:txBody>
      </p:sp>
      <p:sp>
        <p:nvSpPr>
          <p:cNvPr id="569" name="Google Shape;569;p30"/>
          <p:cNvSpPr/>
          <p:nvPr/>
        </p:nvSpPr>
        <p:spPr>
          <a:xfrm>
            <a:off x="7971700" y="1081625"/>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0"/>
          <p:cNvSpPr/>
          <p:nvPr/>
        </p:nvSpPr>
        <p:spPr>
          <a:xfrm>
            <a:off x="715160" y="1252725"/>
            <a:ext cx="457208" cy="164590"/>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1" name="Google Shape;571;p30"/>
          <p:cNvGrpSpPr/>
          <p:nvPr/>
        </p:nvGrpSpPr>
        <p:grpSpPr>
          <a:xfrm>
            <a:off x="351389" y="337620"/>
            <a:ext cx="275937" cy="275937"/>
            <a:chOff x="7014301" y="2017350"/>
            <a:chExt cx="502800" cy="502800"/>
          </a:xfrm>
        </p:grpSpPr>
        <p:sp>
          <p:nvSpPr>
            <p:cNvPr id="572" name="Google Shape;572;p30"/>
            <p:cNvSpPr/>
            <p:nvPr/>
          </p:nvSpPr>
          <p:spPr>
            <a:xfrm>
              <a:off x="7014301" y="2017350"/>
              <a:ext cx="502800" cy="502800"/>
            </a:xfrm>
            <a:prstGeom prst="roundRect">
              <a:avLst>
                <a:gd fmla="val 15109" name="adj"/>
              </a:avLst>
            </a:prstGeom>
            <a:solidFill>
              <a:schemeClr val="accent1"/>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sp>
          <p:nvSpPr>
            <p:cNvPr id="573" name="Google Shape;573;p30"/>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1"/>
          <p:cNvSpPr txBox="1"/>
          <p:nvPr>
            <p:ph type="title"/>
          </p:nvPr>
        </p:nvSpPr>
        <p:spPr>
          <a:xfrm>
            <a:off x="7219050" y="3827813"/>
            <a:ext cx="1328400" cy="3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latin typeface="Karla"/>
                <a:ea typeface="Karla"/>
                <a:cs typeface="Karla"/>
                <a:sym typeface="Karla"/>
              </a:rPr>
              <a:t>(</a:t>
            </a:r>
            <a:r>
              <a:rPr lang="en" sz="1400">
                <a:latin typeface="Karla"/>
                <a:ea typeface="Karla"/>
                <a:cs typeface="Karla"/>
                <a:sym typeface="Karla"/>
              </a:rPr>
              <a:t>Instiz)</a:t>
            </a:r>
            <a:endParaRPr sz="1400">
              <a:latin typeface="Karla"/>
              <a:ea typeface="Karla"/>
              <a:cs typeface="Karla"/>
              <a:sym typeface="Karla"/>
            </a:endParaRPr>
          </a:p>
        </p:txBody>
      </p:sp>
      <p:grpSp>
        <p:nvGrpSpPr>
          <p:cNvPr id="579" name="Google Shape;579;p31"/>
          <p:cNvGrpSpPr/>
          <p:nvPr/>
        </p:nvGrpSpPr>
        <p:grpSpPr>
          <a:xfrm>
            <a:off x="2605050" y="980290"/>
            <a:ext cx="3560775" cy="1151050"/>
            <a:chOff x="2604075" y="1750027"/>
            <a:chExt cx="3560775" cy="1151050"/>
          </a:xfrm>
        </p:grpSpPr>
        <p:sp>
          <p:nvSpPr>
            <p:cNvPr id="580" name="Google Shape;580;p31"/>
            <p:cNvSpPr/>
            <p:nvPr/>
          </p:nvSpPr>
          <p:spPr>
            <a:xfrm>
              <a:off x="2604075" y="1862475"/>
              <a:ext cx="3560700" cy="103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pic>
          <p:nvPicPr>
            <p:cNvPr id="581" name="Google Shape;581;p31"/>
            <p:cNvPicPr preferRelativeResize="0"/>
            <p:nvPr/>
          </p:nvPicPr>
          <p:blipFill>
            <a:blip r:embed="rId3">
              <a:alphaModFix/>
            </a:blip>
            <a:stretch>
              <a:fillRect/>
            </a:stretch>
          </p:blipFill>
          <p:spPr>
            <a:xfrm>
              <a:off x="3316875" y="2177170"/>
              <a:ext cx="2847975" cy="723900"/>
            </a:xfrm>
            <a:prstGeom prst="rect">
              <a:avLst/>
            </a:prstGeom>
            <a:noFill/>
            <a:ln>
              <a:noFill/>
            </a:ln>
          </p:spPr>
        </p:pic>
        <p:pic>
          <p:nvPicPr>
            <p:cNvPr id="582" name="Google Shape;582;p31"/>
            <p:cNvPicPr preferRelativeResize="0"/>
            <p:nvPr/>
          </p:nvPicPr>
          <p:blipFill>
            <a:blip r:embed="rId4">
              <a:alphaModFix/>
            </a:blip>
            <a:stretch>
              <a:fillRect/>
            </a:stretch>
          </p:blipFill>
          <p:spPr>
            <a:xfrm>
              <a:off x="2605950" y="1750027"/>
              <a:ext cx="1151050" cy="1151050"/>
            </a:xfrm>
            <a:prstGeom prst="rect">
              <a:avLst/>
            </a:prstGeom>
            <a:noFill/>
            <a:ln>
              <a:noFill/>
            </a:ln>
          </p:spPr>
        </p:pic>
      </p:grpSp>
      <p:pic>
        <p:nvPicPr>
          <p:cNvPr id="583" name="Google Shape;583;p31"/>
          <p:cNvPicPr preferRelativeResize="0"/>
          <p:nvPr/>
        </p:nvPicPr>
        <p:blipFill>
          <a:blip r:embed="rId5">
            <a:alphaModFix/>
          </a:blip>
          <a:stretch>
            <a:fillRect/>
          </a:stretch>
        </p:blipFill>
        <p:spPr>
          <a:xfrm>
            <a:off x="4947500" y="2980263"/>
            <a:ext cx="3364825" cy="938775"/>
          </a:xfrm>
          <a:prstGeom prst="rect">
            <a:avLst/>
          </a:prstGeom>
          <a:noFill/>
          <a:ln>
            <a:noFill/>
          </a:ln>
        </p:spPr>
      </p:pic>
      <p:pic>
        <p:nvPicPr>
          <p:cNvPr id="584" name="Google Shape;584;p31"/>
          <p:cNvPicPr preferRelativeResize="0"/>
          <p:nvPr/>
        </p:nvPicPr>
        <p:blipFill>
          <a:blip r:embed="rId6">
            <a:alphaModFix/>
          </a:blip>
          <a:stretch>
            <a:fillRect/>
          </a:stretch>
        </p:blipFill>
        <p:spPr>
          <a:xfrm>
            <a:off x="596638" y="2785557"/>
            <a:ext cx="3648075" cy="1133475"/>
          </a:xfrm>
          <a:prstGeom prst="rect">
            <a:avLst/>
          </a:prstGeom>
          <a:noFill/>
          <a:ln>
            <a:noFill/>
          </a:ln>
        </p:spPr>
      </p:pic>
      <p:cxnSp>
        <p:nvCxnSpPr>
          <p:cNvPr id="585" name="Google Shape;585;p31"/>
          <p:cNvCxnSpPr/>
          <p:nvPr/>
        </p:nvCxnSpPr>
        <p:spPr>
          <a:xfrm flipH="1">
            <a:off x="3433850" y="2237950"/>
            <a:ext cx="568200" cy="663900"/>
          </a:xfrm>
          <a:prstGeom prst="straightConnector1">
            <a:avLst/>
          </a:prstGeom>
          <a:noFill/>
          <a:ln cap="flat" cmpd="sng" w="19050">
            <a:solidFill>
              <a:schemeClr val="dk1"/>
            </a:solidFill>
            <a:prstDash val="solid"/>
            <a:round/>
            <a:headEnd len="med" w="med" type="none"/>
            <a:tailEnd len="med" w="med" type="triangle"/>
          </a:ln>
        </p:spPr>
      </p:cxnSp>
      <p:cxnSp>
        <p:nvCxnSpPr>
          <p:cNvPr id="586" name="Google Shape;586;p31"/>
          <p:cNvCxnSpPr/>
          <p:nvPr/>
        </p:nvCxnSpPr>
        <p:spPr>
          <a:xfrm>
            <a:off x="4771675" y="2223838"/>
            <a:ext cx="568200" cy="663900"/>
          </a:xfrm>
          <a:prstGeom prst="straightConnector1">
            <a:avLst/>
          </a:prstGeom>
          <a:noFill/>
          <a:ln cap="flat" cmpd="sng" w="19050">
            <a:solidFill>
              <a:schemeClr val="dk1"/>
            </a:solidFill>
            <a:prstDash val="solid"/>
            <a:round/>
            <a:headEnd len="med" w="med" type="none"/>
            <a:tailEnd len="med" w="med" type="triangle"/>
          </a:ln>
        </p:spPr>
      </p:cxnSp>
      <p:grpSp>
        <p:nvGrpSpPr>
          <p:cNvPr id="587" name="Google Shape;587;p31"/>
          <p:cNvGrpSpPr/>
          <p:nvPr/>
        </p:nvGrpSpPr>
        <p:grpSpPr>
          <a:xfrm>
            <a:off x="351389" y="337620"/>
            <a:ext cx="275937" cy="275937"/>
            <a:chOff x="7014301" y="2017350"/>
            <a:chExt cx="502800" cy="502800"/>
          </a:xfrm>
        </p:grpSpPr>
        <p:sp>
          <p:nvSpPr>
            <p:cNvPr id="588" name="Google Shape;588;p31"/>
            <p:cNvSpPr/>
            <p:nvPr/>
          </p:nvSpPr>
          <p:spPr>
            <a:xfrm>
              <a:off x="7014301" y="2017350"/>
              <a:ext cx="502800" cy="502800"/>
            </a:xfrm>
            <a:prstGeom prst="roundRect">
              <a:avLst>
                <a:gd fmla="val 15109" name="adj"/>
              </a:avLst>
            </a:prstGeom>
            <a:solidFill>
              <a:schemeClr val="accent1"/>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sp>
          <p:nvSpPr>
            <p:cNvPr id="589" name="Google Shape;589;p31"/>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32"/>
          <p:cNvSpPr txBox="1"/>
          <p:nvPr>
            <p:ph type="title"/>
          </p:nvPr>
        </p:nvSpPr>
        <p:spPr>
          <a:xfrm>
            <a:off x="7219050" y="3827813"/>
            <a:ext cx="1328400" cy="3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latin typeface="Karla"/>
                <a:ea typeface="Karla"/>
                <a:cs typeface="Karla"/>
                <a:sym typeface="Karla"/>
              </a:rPr>
              <a:t>(Instiz)</a:t>
            </a:r>
            <a:endParaRPr sz="1400">
              <a:latin typeface="Karla"/>
              <a:ea typeface="Karla"/>
              <a:cs typeface="Karla"/>
              <a:sym typeface="Karla"/>
            </a:endParaRPr>
          </a:p>
        </p:txBody>
      </p:sp>
      <p:grpSp>
        <p:nvGrpSpPr>
          <p:cNvPr id="595" name="Google Shape;595;p32"/>
          <p:cNvGrpSpPr/>
          <p:nvPr/>
        </p:nvGrpSpPr>
        <p:grpSpPr>
          <a:xfrm>
            <a:off x="2605050" y="980290"/>
            <a:ext cx="3560775" cy="1151050"/>
            <a:chOff x="2604075" y="1750027"/>
            <a:chExt cx="3560775" cy="1151050"/>
          </a:xfrm>
        </p:grpSpPr>
        <p:sp>
          <p:nvSpPr>
            <p:cNvPr id="596" name="Google Shape;596;p32"/>
            <p:cNvSpPr/>
            <p:nvPr/>
          </p:nvSpPr>
          <p:spPr>
            <a:xfrm>
              <a:off x="2604075" y="1862475"/>
              <a:ext cx="3560700" cy="103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pic>
          <p:nvPicPr>
            <p:cNvPr id="597" name="Google Shape;597;p32"/>
            <p:cNvPicPr preferRelativeResize="0"/>
            <p:nvPr/>
          </p:nvPicPr>
          <p:blipFill>
            <a:blip r:embed="rId3">
              <a:alphaModFix/>
            </a:blip>
            <a:stretch>
              <a:fillRect/>
            </a:stretch>
          </p:blipFill>
          <p:spPr>
            <a:xfrm>
              <a:off x="3316875" y="2177170"/>
              <a:ext cx="2847975" cy="723900"/>
            </a:xfrm>
            <a:prstGeom prst="rect">
              <a:avLst/>
            </a:prstGeom>
            <a:noFill/>
            <a:ln>
              <a:noFill/>
            </a:ln>
          </p:spPr>
        </p:pic>
        <p:pic>
          <p:nvPicPr>
            <p:cNvPr id="598" name="Google Shape;598;p32"/>
            <p:cNvPicPr preferRelativeResize="0"/>
            <p:nvPr/>
          </p:nvPicPr>
          <p:blipFill>
            <a:blip r:embed="rId4">
              <a:alphaModFix/>
            </a:blip>
            <a:stretch>
              <a:fillRect/>
            </a:stretch>
          </p:blipFill>
          <p:spPr>
            <a:xfrm>
              <a:off x="2605950" y="1750027"/>
              <a:ext cx="1151050" cy="1151050"/>
            </a:xfrm>
            <a:prstGeom prst="rect">
              <a:avLst/>
            </a:prstGeom>
            <a:noFill/>
            <a:ln>
              <a:noFill/>
            </a:ln>
          </p:spPr>
        </p:pic>
      </p:grpSp>
      <p:pic>
        <p:nvPicPr>
          <p:cNvPr id="599" name="Google Shape;599;p32"/>
          <p:cNvPicPr preferRelativeResize="0"/>
          <p:nvPr/>
        </p:nvPicPr>
        <p:blipFill>
          <a:blip r:embed="rId5">
            <a:alphaModFix/>
          </a:blip>
          <a:stretch>
            <a:fillRect/>
          </a:stretch>
        </p:blipFill>
        <p:spPr>
          <a:xfrm>
            <a:off x="4947500" y="2980263"/>
            <a:ext cx="3364825" cy="938775"/>
          </a:xfrm>
          <a:prstGeom prst="rect">
            <a:avLst/>
          </a:prstGeom>
          <a:noFill/>
          <a:ln>
            <a:noFill/>
          </a:ln>
        </p:spPr>
      </p:pic>
      <p:pic>
        <p:nvPicPr>
          <p:cNvPr id="600" name="Google Shape;600;p32"/>
          <p:cNvPicPr preferRelativeResize="0"/>
          <p:nvPr/>
        </p:nvPicPr>
        <p:blipFill>
          <a:blip r:embed="rId6">
            <a:alphaModFix/>
          </a:blip>
          <a:stretch>
            <a:fillRect/>
          </a:stretch>
        </p:blipFill>
        <p:spPr>
          <a:xfrm>
            <a:off x="596638" y="2785557"/>
            <a:ext cx="3648075" cy="1133475"/>
          </a:xfrm>
          <a:prstGeom prst="rect">
            <a:avLst/>
          </a:prstGeom>
          <a:noFill/>
          <a:ln>
            <a:noFill/>
          </a:ln>
        </p:spPr>
      </p:pic>
      <p:cxnSp>
        <p:nvCxnSpPr>
          <p:cNvPr id="601" name="Google Shape;601;p32"/>
          <p:cNvCxnSpPr/>
          <p:nvPr/>
        </p:nvCxnSpPr>
        <p:spPr>
          <a:xfrm flipH="1">
            <a:off x="3433850" y="2237950"/>
            <a:ext cx="568200" cy="663900"/>
          </a:xfrm>
          <a:prstGeom prst="straightConnector1">
            <a:avLst/>
          </a:prstGeom>
          <a:noFill/>
          <a:ln cap="flat" cmpd="sng" w="19050">
            <a:solidFill>
              <a:schemeClr val="dk1"/>
            </a:solidFill>
            <a:prstDash val="solid"/>
            <a:round/>
            <a:headEnd len="med" w="med" type="none"/>
            <a:tailEnd len="med" w="med" type="triangle"/>
          </a:ln>
        </p:spPr>
      </p:cxnSp>
      <p:cxnSp>
        <p:nvCxnSpPr>
          <p:cNvPr id="602" name="Google Shape;602;p32"/>
          <p:cNvCxnSpPr/>
          <p:nvPr/>
        </p:nvCxnSpPr>
        <p:spPr>
          <a:xfrm>
            <a:off x="4771675" y="2223838"/>
            <a:ext cx="568200" cy="663900"/>
          </a:xfrm>
          <a:prstGeom prst="straightConnector1">
            <a:avLst/>
          </a:prstGeom>
          <a:noFill/>
          <a:ln cap="flat" cmpd="sng" w="19050">
            <a:solidFill>
              <a:schemeClr val="dk1"/>
            </a:solidFill>
            <a:prstDash val="solid"/>
            <a:round/>
            <a:headEnd len="med" w="med" type="none"/>
            <a:tailEnd len="med" w="med" type="triangle"/>
          </a:ln>
        </p:spPr>
      </p:cxnSp>
      <p:pic>
        <p:nvPicPr>
          <p:cNvPr id="603" name="Google Shape;603;p32"/>
          <p:cNvPicPr preferRelativeResize="0"/>
          <p:nvPr/>
        </p:nvPicPr>
        <p:blipFill>
          <a:blip r:embed="rId7">
            <a:alphaModFix/>
          </a:blip>
          <a:stretch>
            <a:fillRect/>
          </a:stretch>
        </p:blipFill>
        <p:spPr>
          <a:xfrm>
            <a:off x="2273000" y="535000"/>
            <a:ext cx="4322249" cy="1973875"/>
          </a:xfrm>
          <a:prstGeom prst="rect">
            <a:avLst/>
          </a:prstGeom>
          <a:noFill/>
          <a:ln>
            <a:noFill/>
          </a:ln>
        </p:spPr>
      </p:pic>
      <p:pic>
        <p:nvPicPr>
          <p:cNvPr id="604" name="Google Shape;604;p32"/>
          <p:cNvPicPr preferRelativeResize="0"/>
          <p:nvPr/>
        </p:nvPicPr>
        <p:blipFill rotWithShape="1">
          <a:blip r:embed="rId8">
            <a:alphaModFix/>
          </a:blip>
          <a:srcRect b="51642" l="0" r="20483" t="0"/>
          <a:stretch/>
        </p:blipFill>
        <p:spPr>
          <a:xfrm>
            <a:off x="1217200" y="2734863"/>
            <a:ext cx="2216650" cy="2066812"/>
          </a:xfrm>
          <a:prstGeom prst="rect">
            <a:avLst/>
          </a:prstGeom>
          <a:noFill/>
          <a:ln>
            <a:noFill/>
          </a:ln>
        </p:spPr>
      </p:pic>
      <p:pic>
        <p:nvPicPr>
          <p:cNvPr id="605" name="Google Shape;605;p32"/>
          <p:cNvPicPr preferRelativeResize="0"/>
          <p:nvPr/>
        </p:nvPicPr>
        <p:blipFill>
          <a:blip r:embed="rId9">
            <a:alphaModFix/>
          </a:blip>
          <a:stretch>
            <a:fillRect/>
          </a:stretch>
        </p:blipFill>
        <p:spPr>
          <a:xfrm>
            <a:off x="5210675" y="3009775"/>
            <a:ext cx="2838450" cy="1257300"/>
          </a:xfrm>
          <a:prstGeom prst="rect">
            <a:avLst/>
          </a:prstGeom>
          <a:noFill/>
          <a:ln>
            <a:noFill/>
          </a:ln>
        </p:spPr>
      </p:pic>
      <p:sp>
        <p:nvSpPr>
          <p:cNvPr id="606" name="Google Shape;606;p32"/>
          <p:cNvSpPr/>
          <p:nvPr/>
        </p:nvSpPr>
        <p:spPr>
          <a:xfrm>
            <a:off x="1217200" y="2734875"/>
            <a:ext cx="2045100" cy="404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07" name="Google Shape;607;p32"/>
          <p:cNvSpPr/>
          <p:nvPr/>
        </p:nvSpPr>
        <p:spPr>
          <a:xfrm>
            <a:off x="1217200" y="4348375"/>
            <a:ext cx="2045100" cy="404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608" name="Google Shape;608;p32"/>
          <p:cNvSpPr/>
          <p:nvPr/>
        </p:nvSpPr>
        <p:spPr>
          <a:xfrm>
            <a:off x="5339875" y="3247463"/>
            <a:ext cx="2045100" cy="404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grpSp>
        <p:nvGrpSpPr>
          <p:cNvPr id="609" name="Google Shape;609;p32"/>
          <p:cNvGrpSpPr/>
          <p:nvPr/>
        </p:nvGrpSpPr>
        <p:grpSpPr>
          <a:xfrm>
            <a:off x="351389" y="337620"/>
            <a:ext cx="275937" cy="275937"/>
            <a:chOff x="7014301" y="2017350"/>
            <a:chExt cx="502800" cy="502800"/>
          </a:xfrm>
        </p:grpSpPr>
        <p:sp>
          <p:nvSpPr>
            <p:cNvPr id="610" name="Google Shape;610;p32"/>
            <p:cNvSpPr/>
            <p:nvPr/>
          </p:nvSpPr>
          <p:spPr>
            <a:xfrm>
              <a:off x="7014301" y="2017350"/>
              <a:ext cx="502800" cy="502800"/>
            </a:xfrm>
            <a:prstGeom prst="roundRect">
              <a:avLst>
                <a:gd fmla="val 15109" name="adj"/>
              </a:avLst>
            </a:prstGeom>
            <a:solidFill>
              <a:schemeClr val="accent1"/>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sp>
          <p:nvSpPr>
            <p:cNvPr id="611" name="Google Shape;611;p32"/>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grpSp>
        <p:nvGrpSpPr>
          <p:cNvPr id="616" name="Google Shape;616;p33"/>
          <p:cNvGrpSpPr/>
          <p:nvPr/>
        </p:nvGrpSpPr>
        <p:grpSpPr>
          <a:xfrm>
            <a:off x="2783354" y="1611323"/>
            <a:ext cx="3327720" cy="3057472"/>
            <a:chOff x="6102151" y="1600325"/>
            <a:chExt cx="2418050" cy="2916600"/>
          </a:xfrm>
        </p:grpSpPr>
        <p:sp>
          <p:nvSpPr>
            <p:cNvPr id="617" name="Google Shape;617;p33"/>
            <p:cNvSpPr/>
            <p:nvPr/>
          </p:nvSpPr>
          <p:spPr>
            <a:xfrm>
              <a:off x="6193101" y="1691825"/>
              <a:ext cx="2327100" cy="282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8" name="Google Shape;618;p33"/>
            <p:cNvGrpSpPr/>
            <p:nvPr/>
          </p:nvGrpSpPr>
          <p:grpSpPr>
            <a:xfrm>
              <a:off x="6102151" y="1600325"/>
              <a:ext cx="2327100" cy="2825100"/>
              <a:chOff x="715400" y="1600325"/>
              <a:chExt cx="2327100" cy="2825100"/>
            </a:xfrm>
          </p:grpSpPr>
          <p:sp>
            <p:nvSpPr>
              <p:cNvPr id="619" name="Google Shape;619;p33"/>
              <p:cNvSpPr/>
              <p:nvPr/>
            </p:nvSpPr>
            <p:spPr>
              <a:xfrm>
                <a:off x="715400" y="1600325"/>
                <a:ext cx="2327100" cy="282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0" name="Google Shape;620;p33"/>
              <p:cNvCxnSpPr/>
              <p:nvPr/>
            </p:nvCxnSpPr>
            <p:spPr>
              <a:xfrm>
                <a:off x="715400" y="1783325"/>
                <a:ext cx="2322300" cy="0"/>
              </a:xfrm>
              <a:prstGeom prst="straightConnector1">
                <a:avLst/>
              </a:prstGeom>
              <a:noFill/>
              <a:ln cap="flat" cmpd="sng" w="28575">
                <a:solidFill>
                  <a:schemeClr val="dk1"/>
                </a:solidFill>
                <a:prstDash val="solid"/>
                <a:round/>
                <a:headEnd len="med" w="med" type="none"/>
                <a:tailEnd len="med" w="med" type="none"/>
              </a:ln>
            </p:spPr>
          </p:cxnSp>
        </p:grpSp>
      </p:grpSp>
      <p:sp>
        <p:nvSpPr>
          <p:cNvPr id="621" name="Google Shape;621;p33"/>
          <p:cNvSpPr txBox="1"/>
          <p:nvPr>
            <p:ph idx="6" type="subTitle"/>
          </p:nvPr>
        </p:nvSpPr>
        <p:spPr>
          <a:xfrm>
            <a:off x="2681650" y="1791425"/>
            <a:ext cx="3429600" cy="879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Evaluation </a:t>
            </a:r>
            <a:endParaRPr/>
          </a:p>
          <a:p>
            <a:pPr indent="0" lvl="0" marL="0" rtl="0" algn="ctr">
              <a:spcBef>
                <a:spcPts val="0"/>
              </a:spcBef>
              <a:spcAft>
                <a:spcPts val="0"/>
              </a:spcAft>
              <a:buNone/>
            </a:pPr>
            <a:r>
              <a:rPr lang="en"/>
              <a:t>Rhythm</a:t>
            </a:r>
            <a:endParaRPr/>
          </a:p>
        </p:txBody>
      </p:sp>
      <p:sp>
        <p:nvSpPr>
          <p:cNvPr id="622" name="Google Shape;622;p33"/>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went well</a:t>
            </a:r>
            <a:endParaRPr/>
          </a:p>
        </p:txBody>
      </p:sp>
      <p:sp>
        <p:nvSpPr>
          <p:cNvPr id="623" name="Google Shape;623;p33"/>
          <p:cNvSpPr txBox="1"/>
          <p:nvPr>
            <p:ph idx="4" type="subTitle"/>
          </p:nvPr>
        </p:nvSpPr>
        <p:spPr>
          <a:xfrm>
            <a:off x="2945650" y="2571750"/>
            <a:ext cx="2901600" cy="18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The bleu scores went up each round as predicted which let us know we were on the right track;</a:t>
            </a:r>
            <a:endParaRPr sz="1500"/>
          </a:p>
          <a:p>
            <a:pPr indent="0" lvl="0" marL="0" rtl="0" algn="ctr">
              <a:spcBef>
                <a:spcPts val="0"/>
              </a:spcBef>
              <a:spcAft>
                <a:spcPts val="0"/>
              </a:spcAft>
              <a:buNone/>
            </a:pPr>
            <a:r>
              <a:rPr lang="en" sz="1500"/>
              <a:t>Our post-editing and scoring process sped up as quality improved/we added to TM and TB</a:t>
            </a:r>
            <a:endParaRPr sz="1500"/>
          </a:p>
        </p:txBody>
      </p:sp>
      <p:sp>
        <p:nvSpPr>
          <p:cNvPr id="624" name="Google Shape;624;p33"/>
          <p:cNvSpPr/>
          <p:nvPr/>
        </p:nvSpPr>
        <p:spPr>
          <a:xfrm>
            <a:off x="7971700" y="1081625"/>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3"/>
          <p:cNvSpPr/>
          <p:nvPr/>
        </p:nvSpPr>
        <p:spPr>
          <a:xfrm>
            <a:off x="7739360" y="932973"/>
            <a:ext cx="457196" cy="57149"/>
          </a:xfrm>
          <a:custGeom>
            <a:rect b="b" l="l" r="r" t="t"/>
            <a:pathLst>
              <a:path extrusionOk="0" h="1391" w="11732">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3"/>
          <p:cNvSpPr/>
          <p:nvPr/>
        </p:nvSpPr>
        <p:spPr>
          <a:xfrm>
            <a:off x="715160" y="1252725"/>
            <a:ext cx="457208" cy="164590"/>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 name="Google Shape;627;p33"/>
          <p:cNvGrpSpPr/>
          <p:nvPr/>
        </p:nvGrpSpPr>
        <p:grpSpPr>
          <a:xfrm>
            <a:off x="400158" y="274194"/>
            <a:ext cx="314986" cy="296316"/>
            <a:chOff x="463701" y="2217961"/>
            <a:chExt cx="629846" cy="592514"/>
          </a:xfrm>
        </p:grpSpPr>
        <p:sp>
          <p:nvSpPr>
            <p:cNvPr id="628" name="Google Shape;628;p33"/>
            <p:cNvSpPr/>
            <p:nvPr/>
          </p:nvSpPr>
          <p:spPr>
            <a:xfrm>
              <a:off x="463701" y="2307675"/>
              <a:ext cx="502800" cy="502800"/>
            </a:xfrm>
            <a:prstGeom prst="roundRect">
              <a:avLst>
                <a:gd fmla="val 15109" name="adj"/>
              </a:avLst>
            </a:prstGeom>
            <a:solidFill>
              <a:schemeClr val="lt2"/>
            </a:solidFill>
            <a:ln cap="flat" cmpd="sng" w="143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9" name="Google Shape;629;p33"/>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143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0" name="Google Shape;630;p33"/>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143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631" name="Google Shape;631;p33"/>
            <p:cNvGrpSpPr/>
            <p:nvPr/>
          </p:nvGrpSpPr>
          <p:grpSpPr>
            <a:xfrm>
              <a:off x="773496" y="2217961"/>
              <a:ext cx="320051" cy="298703"/>
              <a:chOff x="1023863" y="2896525"/>
              <a:chExt cx="240875" cy="219425"/>
            </a:xfrm>
          </p:grpSpPr>
          <p:sp>
            <p:nvSpPr>
              <p:cNvPr id="632" name="Google Shape;632;p33"/>
              <p:cNvSpPr/>
              <p:nvPr/>
            </p:nvSpPr>
            <p:spPr>
              <a:xfrm>
                <a:off x="1023863" y="2896525"/>
                <a:ext cx="240875" cy="219425"/>
              </a:xfrm>
              <a:custGeom>
                <a:rect b="b" l="l" r="r" t="t"/>
                <a:pathLst>
                  <a:path extrusionOk="0" h="8777" w="9635">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cap="flat" cmpd="sng" w="14300">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3" name="Google Shape;633;p33"/>
              <p:cNvSpPr/>
              <p:nvPr/>
            </p:nvSpPr>
            <p:spPr>
              <a:xfrm>
                <a:off x="1111105" y="2959275"/>
                <a:ext cx="54900" cy="93925"/>
              </a:xfrm>
              <a:custGeom>
                <a:rect b="b" l="l" r="r" t="t"/>
                <a:pathLst>
                  <a:path extrusionOk="0" h="3757" w="2196">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34"/>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BLEU Sc</a:t>
            </a:r>
            <a:r>
              <a:rPr lang="en"/>
              <a:t>ore</a:t>
            </a:r>
            <a:endParaRPr/>
          </a:p>
        </p:txBody>
      </p:sp>
      <p:graphicFrame>
        <p:nvGraphicFramePr>
          <p:cNvPr id="639" name="Google Shape;639;p34"/>
          <p:cNvGraphicFramePr/>
          <p:nvPr/>
        </p:nvGraphicFramePr>
        <p:xfrm>
          <a:off x="3061681" y="1525100"/>
          <a:ext cx="3000000" cy="3000000"/>
        </p:xfrm>
        <a:graphic>
          <a:graphicData uri="http://schemas.openxmlformats.org/drawingml/2006/table">
            <a:tbl>
              <a:tblPr>
                <a:noFill/>
                <a:tableStyleId>{76E609B9-CCA6-4CEB-8822-119768F26982}</a:tableStyleId>
              </a:tblPr>
              <a:tblGrid>
                <a:gridCol w="1165675"/>
                <a:gridCol w="1873275"/>
              </a:tblGrid>
              <a:tr h="381000">
                <a:tc>
                  <a:txBody>
                    <a:bodyPr/>
                    <a:lstStyle/>
                    <a:p>
                      <a:pPr indent="0" lvl="0" marL="0" rtl="0" algn="ctr">
                        <a:spcBef>
                          <a:spcPts val="0"/>
                        </a:spcBef>
                        <a:spcAft>
                          <a:spcPts val="0"/>
                        </a:spcAft>
                        <a:buNone/>
                      </a:pPr>
                      <a:r>
                        <a:rPr b="1" lang="en">
                          <a:latin typeface="Rubik"/>
                          <a:ea typeface="Rubik"/>
                          <a:cs typeface="Rubik"/>
                          <a:sym typeface="Rubik"/>
                        </a:rPr>
                        <a:t>Round</a:t>
                      </a:r>
                      <a:endParaRPr b="1">
                        <a:latin typeface="Rubik"/>
                        <a:ea typeface="Rubik"/>
                        <a:cs typeface="Rubik"/>
                        <a:sym typeface="Rubik"/>
                      </a:endParaRPr>
                    </a:p>
                  </a:txBody>
                  <a:tcPr marT="91425" marB="91425" marR="91425" marL="91425"/>
                </a:tc>
                <a:tc>
                  <a:txBody>
                    <a:bodyPr/>
                    <a:lstStyle/>
                    <a:p>
                      <a:pPr indent="0" lvl="0" marL="0" rtl="0" algn="ctr">
                        <a:spcBef>
                          <a:spcPts val="0"/>
                        </a:spcBef>
                        <a:spcAft>
                          <a:spcPts val="0"/>
                        </a:spcAft>
                        <a:buNone/>
                      </a:pPr>
                      <a:r>
                        <a:rPr b="1" lang="en">
                          <a:latin typeface="Rubik"/>
                          <a:ea typeface="Rubik"/>
                          <a:cs typeface="Rubik"/>
                          <a:sym typeface="Rubik"/>
                        </a:rPr>
                        <a:t>BLEU Score</a:t>
                      </a:r>
                      <a:endParaRPr b="1">
                        <a:latin typeface="Rubik"/>
                        <a:ea typeface="Rubik"/>
                        <a:cs typeface="Rubik"/>
                        <a:sym typeface="Rubik"/>
                      </a:endParaRPr>
                    </a:p>
                  </a:txBody>
                  <a:tcPr marT="91425" marB="91425" marR="91425" marL="91425"/>
                </a:tc>
              </a:tr>
              <a:tr h="381000">
                <a:tc>
                  <a:txBody>
                    <a:bodyPr/>
                    <a:lstStyle/>
                    <a:p>
                      <a:pPr indent="0" lvl="0" marL="0" rtl="0" algn="ctr">
                        <a:spcBef>
                          <a:spcPts val="0"/>
                        </a:spcBef>
                        <a:spcAft>
                          <a:spcPts val="0"/>
                        </a:spcAft>
                        <a:buNone/>
                      </a:pPr>
                      <a:r>
                        <a:rPr lang="en">
                          <a:latin typeface="Karla"/>
                          <a:ea typeface="Karla"/>
                          <a:cs typeface="Karla"/>
                          <a:sym typeface="Karla"/>
                        </a:rPr>
                        <a:t>1</a:t>
                      </a:r>
                      <a:endParaRPr>
                        <a:latin typeface="Karla"/>
                        <a:ea typeface="Karla"/>
                        <a:cs typeface="Karla"/>
                        <a:sym typeface="Karla"/>
                      </a:endParaRPr>
                    </a:p>
                  </a:txBody>
                  <a:tcPr marT="91425" marB="91425" marR="91425" marL="91425"/>
                </a:tc>
                <a:tc>
                  <a:txBody>
                    <a:bodyPr/>
                    <a:lstStyle/>
                    <a:p>
                      <a:pPr indent="0" lvl="0" marL="0" rtl="0" algn="ctr">
                        <a:spcBef>
                          <a:spcPts val="0"/>
                        </a:spcBef>
                        <a:spcAft>
                          <a:spcPts val="0"/>
                        </a:spcAft>
                        <a:buNone/>
                      </a:pPr>
                      <a:r>
                        <a:rPr lang="en">
                          <a:latin typeface="Karla"/>
                          <a:ea typeface="Karla"/>
                          <a:cs typeface="Karla"/>
                          <a:sym typeface="Karla"/>
                        </a:rPr>
                        <a:t>15.1</a:t>
                      </a:r>
                      <a:endParaRPr>
                        <a:latin typeface="Karla"/>
                        <a:ea typeface="Karla"/>
                        <a:cs typeface="Karla"/>
                        <a:sym typeface="Karla"/>
                      </a:endParaRPr>
                    </a:p>
                  </a:txBody>
                  <a:tcPr marT="91425" marB="91425" marR="91425" marL="91425"/>
                </a:tc>
              </a:tr>
              <a:tr h="381000">
                <a:tc>
                  <a:txBody>
                    <a:bodyPr/>
                    <a:lstStyle/>
                    <a:p>
                      <a:pPr indent="0" lvl="0" marL="0" rtl="0" algn="ctr">
                        <a:spcBef>
                          <a:spcPts val="0"/>
                        </a:spcBef>
                        <a:spcAft>
                          <a:spcPts val="0"/>
                        </a:spcAft>
                        <a:buNone/>
                      </a:pPr>
                      <a:r>
                        <a:rPr lang="en">
                          <a:latin typeface="Karla"/>
                          <a:ea typeface="Karla"/>
                          <a:cs typeface="Karla"/>
                          <a:sym typeface="Karla"/>
                        </a:rPr>
                        <a:t>2</a:t>
                      </a:r>
                      <a:endParaRPr>
                        <a:latin typeface="Karla"/>
                        <a:ea typeface="Karla"/>
                        <a:cs typeface="Karla"/>
                        <a:sym typeface="Karla"/>
                      </a:endParaRPr>
                    </a:p>
                  </a:txBody>
                  <a:tcPr marT="91425" marB="91425" marR="91425" marL="91425"/>
                </a:tc>
                <a:tc>
                  <a:txBody>
                    <a:bodyPr/>
                    <a:lstStyle/>
                    <a:p>
                      <a:pPr indent="0" lvl="0" marL="0" rtl="0" algn="ctr">
                        <a:spcBef>
                          <a:spcPts val="0"/>
                        </a:spcBef>
                        <a:spcAft>
                          <a:spcPts val="0"/>
                        </a:spcAft>
                        <a:buNone/>
                      </a:pPr>
                      <a:r>
                        <a:rPr lang="en">
                          <a:solidFill>
                            <a:srgbClr val="6AA84F"/>
                          </a:solidFill>
                          <a:latin typeface="Karla"/>
                          <a:ea typeface="Karla"/>
                          <a:cs typeface="Karla"/>
                          <a:sym typeface="Karla"/>
                        </a:rPr>
                        <a:t>15.4</a:t>
                      </a:r>
                      <a:endParaRPr>
                        <a:solidFill>
                          <a:srgbClr val="6AA84F"/>
                        </a:solidFill>
                        <a:latin typeface="Karla"/>
                        <a:ea typeface="Karla"/>
                        <a:cs typeface="Karla"/>
                        <a:sym typeface="Karla"/>
                      </a:endParaRPr>
                    </a:p>
                  </a:txBody>
                  <a:tcPr marT="91425" marB="91425" marR="91425" marL="91425"/>
                </a:tc>
              </a:tr>
              <a:tr h="381000">
                <a:tc>
                  <a:txBody>
                    <a:bodyPr/>
                    <a:lstStyle/>
                    <a:p>
                      <a:pPr indent="0" lvl="0" marL="0" rtl="0" algn="ctr">
                        <a:spcBef>
                          <a:spcPts val="0"/>
                        </a:spcBef>
                        <a:spcAft>
                          <a:spcPts val="0"/>
                        </a:spcAft>
                        <a:buNone/>
                      </a:pPr>
                      <a:r>
                        <a:rPr lang="en">
                          <a:latin typeface="Karla"/>
                          <a:ea typeface="Karla"/>
                          <a:cs typeface="Karla"/>
                          <a:sym typeface="Karla"/>
                        </a:rPr>
                        <a:t>3</a:t>
                      </a:r>
                      <a:endParaRPr>
                        <a:latin typeface="Karla"/>
                        <a:ea typeface="Karla"/>
                        <a:cs typeface="Karla"/>
                        <a:sym typeface="Karla"/>
                      </a:endParaRPr>
                    </a:p>
                  </a:txBody>
                  <a:tcPr marT="91425" marB="91425" marR="91425" marL="91425"/>
                </a:tc>
                <a:tc>
                  <a:txBody>
                    <a:bodyPr/>
                    <a:lstStyle/>
                    <a:p>
                      <a:pPr indent="0" lvl="0" marL="0" rtl="0" algn="ctr">
                        <a:spcBef>
                          <a:spcPts val="0"/>
                        </a:spcBef>
                        <a:spcAft>
                          <a:spcPts val="0"/>
                        </a:spcAft>
                        <a:buNone/>
                      </a:pPr>
                      <a:r>
                        <a:rPr lang="en">
                          <a:solidFill>
                            <a:srgbClr val="6AA84F"/>
                          </a:solidFill>
                          <a:latin typeface="Karla"/>
                          <a:ea typeface="Karla"/>
                          <a:cs typeface="Karla"/>
                          <a:sym typeface="Karla"/>
                        </a:rPr>
                        <a:t>16.1</a:t>
                      </a:r>
                      <a:endParaRPr>
                        <a:solidFill>
                          <a:srgbClr val="6AA84F"/>
                        </a:solidFill>
                        <a:latin typeface="Karla"/>
                        <a:ea typeface="Karla"/>
                        <a:cs typeface="Karla"/>
                        <a:sym typeface="Karla"/>
                      </a:endParaRPr>
                    </a:p>
                  </a:txBody>
                  <a:tcPr marT="91425" marB="91425" marR="91425" marL="91425"/>
                </a:tc>
              </a:tr>
              <a:tr h="381000">
                <a:tc>
                  <a:txBody>
                    <a:bodyPr/>
                    <a:lstStyle/>
                    <a:p>
                      <a:pPr indent="0" lvl="0" marL="0" rtl="0" algn="ctr">
                        <a:spcBef>
                          <a:spcPts val="0"/>
                        </a:spcBef>
                        <a:spcAft>
                          <a:spcPts val="0"/>
                        </a:spcAft>
                        <a:buNone/>
                      </a:pPr>
                      <a:r>
                        <a:rPr lang="en">
                          <a:latin typeface="Karla"/>
                          <a:ea typeface="Karla"/>
                          <a:cs typeface="Karla"/>
                          <a:sym typeface="Karla"/>
                        </a:rPr>
                        <a:t>4</a:t>
                      </a:r>
                      <a:endParaRPr>
                        <a:latin typeface="Karla"/>
                        <a:ea typeface="Karla"/>
                        <a:cs typeface="Karla"/>
                        <a:sym typeface="Karla"/>
                      </a:endParaRPr>
                    </a:p>
                  </a:txBody>
                  <a:tcPr marT="91425" marB="91425" marR="91425" marL="91425"/>
                </a:tc>
                <a:tc>
                  <a:txBody>
                    <a:bodyPr/>
                    <a:lstStyle/>
                    <a:p>
                      <a:pPr indent="0" lvl="0" marL="0" rtl="0" algn="ctr">
                        <a:spcBef>
                          <a:spcPts val="0"/>
                        </a:spcBef>
                        <a:spcAft>
                          <a:spcPts val="0"/>
                        </a:spcAft>
                        <a:buNone/>
                      </a:pPr>
                      <a:r>
                        <a:rPr lang="en">
                          <a:solidFill>
                            <a:srgbClr val="FF0000"/>
                          </a:solidFill>
                          <a:latin typeface="Karla"/>
                          <a:ea typeface="Karla"/>
                          <a:cs typeface="Karla"/>
                          <a:sym typeface="Karla"/>
                        </a:rPr>
                        <a:t>15.9</a:t>
                      </a:r>
                      <a:endParaRPr>
                        <a:solidFill>
                          <a:srgbClr val="FF0000"/>
                        </a:solidFill>
                        <a:latin typeface="Karla"/>
                        <a:ea typeface="Karla"/>
                        <a:cs typeface="Karla"/>
                        <a:sym typeface="Karla"/>
                      </a:endParaRPr>
                    </a:p>
                  </a:txBody>
                  <a:tcPr marT="91425" marB="91425" marR="91425" marL="91425"/>
                </a:tc>
              </a:tr>
              <a:tr h="381000">
                <a:tc>
                  <a:txBody>
                    <a:bodyPr/>
                    <a:lstStyle/>
                    <a:p>
                      <a:pPr indent="0" lvl="0" marL="0" rtl="0" algn="ctr">
                        <a:spcBef>
                          <a:spcPts val="0"/>
                        </a:spcBef>
                        <a:spcAft>
                          <a:spcPts val="0"/>
                        </a:spcAft>
                        <a:buNone/>
                      </a:pPr>
                      <a:r>
                        <a:rPr lang="en">
                          <a:latin typeface="Karla"/>
                          <a:ea typeface="Karla"/>
                          <a:cs typeface="Karla"/>
                          <a:sym typeface="Karla"/>
                        </a:rPr>
                        <a:t>5</a:t>
                      </a:r>
                      <a:endParaRPr>
                        <a:latin typeface="Karla"/>
                        <a:ea typeface="Karla"/>
                        <a:cs typeface="Karla"/>
                        <a:sym typeface="Karla"/>
                      </a:endParaRPr>
                    </a:p>
                  </a:txBody>
                  <a:tcPr marT="91425" marB="91425" marR="91425" marL="91425"/>
                </a:tc>
                <a:tc>
                  <a:txBody>
                    <a:bodyPr/>
                    <a:lstStyle/>
                    <a:p>
                      <a:pPr indent="0" lvl="0" marL="0" rtl="0" algn="ctr">
                        <a:spcBef>
                          <a:spcPts val="0"/>
                        </a:spcBef>
                        <a:spcAft>
                          <a:spcPts val="0"/>
                        </a:spcAft>
                        <a:buNone/>
                      </a:pPr>
                      <a:r>
                        <a:rPr lang="en">
                          <a:solidFill>
                            <a:srgbClr val="6AA84F"/>
                          </a:solidFill>
                          <a:latin typeface="Karla"/>
                          <a:ea typeface="Karla"/>
                          <a:cs typeface="Karla"/>
                          <a:sym typeface="Karla"/>
                        </a:rPr>
                        <a:t>16.7</a:t>
                      </a:r>
                      <a:endParaRPr>
                        <a:solidFill>
                          <a:srgbClr val="6AA84F"/>
                        </a:solidFill>
                        <a:latin typeface="Karla"/>
                        <a:ea typeface="Karla"/>
                        <a:cs typeface="Karla"/>
                        <a:sym typeface="Karla"/>
                      </a:endParaRPr>
                    </a:p>
                  </a:txBody>
                  <a:tcPr marT="91425" marB="91425" marR="91425" marL="91425"/>
                </a:tc>
              </a:tr>
              <a:tr h="368975">
                <a:tc>
                  <a:txBody>
                    <a:bodyPr/>
                    <a:lstStyle/>
                    <a:p>
                      <a:pPr indent="0" lvl="0" marL="0" rtl="0" algn="ctr">
                        <a:spcBef>
                          <a:spcPts val="0"/>
                        </a:spcBef>
                        <a:spcAft>
                          <a:spcPts val="0"/>
                        </a:spcAft>
                        <a:buNone/>
                      </a:pPr>
                      <a:r>
                        <a:rPr lang="en">
                          <a:latin typeface="Karla"/>
                          <a:ea typeface="Karla"/>
                          <a:cs typeface="Karla"/>
                          <a:sym typeface="Karla"/>
                        </a:rPr>
                        <a:t>6</a:t>
                      </a:r>
                      <a:endParaRPr>
                        <a:latin typeface="Karla"/>
                        <a:ea typeface="Karla"/>
                        <a:cs typeface="Karla"/>
                        <a:sym typeface="Karla"/>
                      </a:endParaRPr>
                    </a:p>
                  </a:txBody>
                  <a:tcPr marT="91425" marB="91425" marR="91425" marL="91425"/>
                </a:tc>
                <a:tc>
                  <a:txBody>
                    <a:bodyPr/>
                    <a:lstStyle/>
                    <a:p>
                      <a:pPr indent="0" lvl="0" marL="0" rtl="0" algn="ctr">
                        <a:spcBef>
                          <a:spcPts val="0"/>
                        </a:spcBef>
                        <a:spcAft>
                          <a:spcPts val="0"/>
                        </a:spcAft>
                        <a:buNone/>
                      </a:pPr>
                      <a:r>
                        <a:rPr b="1" lang="en">
                          <a:solidFill>
                            <a:srgbClr val="6AA84F"/>
                          </a:solidFill>
                          <a:latin typeface="Karla"/>
                          <a:ea typeface="Karla"/>
                          <a:cs typeface="Karla"/>
                          <a:sym typeface="Karla"/>
                        </a:rPr>
                        <a:t>16.8</a:t>
                      </a:r>
                      <a:endParaRPr b="1">
                        <a:solidFill>
                          <a:srgbClr val="6AA84F"/>
                        </a:solidFill>
                        <a:latin typeface="Karla"/>
                        <a:ea typeface="Karla"/>
                        <a:cs typeface="Karla"/>
                        <a:sym typeface="Karla"/>
                      </a:endParaRPr>
                    </a:p>
                  </a:txBody>
                  <a:tcPr marT="91425" marB="91425" marR="91425" marL="91425"/>
                </a:tc>
              </a:tr>
            </a:tbl>
          </a:graphicData>
        </a:graphic>
      </p:graphicFrame>
      <p:sp>
        <p:nvSpPr>
          <p:cNvPr id="640" name="Google Shape;640;p34"/>
          <p:cNvSpPr txBox="1"/>
          <p:nvPr/>
        </p:nvSpPr>
        <p:spPr>
          <a:xfrm>
            <a:off x="2155050" y="1525100"/>
            <a:ext cx="4852200" cy="23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Karla"/>
                <a:ea typeface="Karla"/>
                <a:cs typeface="Karla"/>
                <a:sym typeface="Karla"/>
              </a:rPr>
              <a:t>Total BLEU score increase:</a:t>
            </a:r>
            <a:endParaRPr sz="5000">
              <a:solidFill>
                <a:schemeClr val="dk1"/>
              </a:solidFill>
              <a:latin typeface="Karla"/>
              <a:ea typeface="Karla"/>
              <a:cs typeface="Karla"/>
              <a:sym typeface="Karla"/>
            </a:endParaRPr>
          </a:p>
          <a:p>
            <a:pPr indent="0" lvl="0" marL="0" rtl="0" algn="ctr">
              <a:spcBef>
                <a:spcPts val="0"/>
              </a:spcBef>
              <a:spcAft>
                <a:spcPts val="0"/>
              </a:spcAft>
              <a:buNone/>
            </a:pPr>
            <a:r>
              <a:rPr b="1" lang="en" sz="5700">
                <a:solidFill>
                  <a:schemeClr val="dk1"/>
                </a:solidFill>
                <a:latin typeface="Rubik"/>
                <a:ea typeface="Rubik"/>
                <a:cs typeface="Rubik"/>
                <a:sym typeface="Rubik"/>
              </a:rPr>
              <a:t>1.7</a:t>
            </a:r>
            <a:endParaRPr b="1" sz="5700">
              <a:solidFill>
                <a:schemeClr val="dk1"/>
              </a:solidFill>
              <a:latin typeface="Rubik"/>
              <a:ea typeface="Rubik"/>
              <a:cs typeface="Rubik"/>
              <a:sym typeface="Rubik"/>
            </a:endParaRPr>
          </a:p>
        </p:txBody>
      </p:sp>
      <p:grpSp>
        <p:nvGrpSpPr>
          <p:cNvPr id="641" name="Google Shape;641;p34"/>
          <p:cNvGrpSpPr/>
          <p:nvPr/>
        </p:nvGrpSpPr>
        <p:grpSpPr>
          <a:xfrm>
            <a:off x="400198" y="274210"/>
            <a:ext cx="314923" cy="296198"/>
            <a:chOff x="463701" y="2217961"/>
            <a:chExt cx="629846" cy="592514"/>
          </a:xfrm>
        </p:grpSpPr>
        <p:sp>
          <p:nvSpPr>
            <p:cNvPr id="642" name="Google Shape;642;p34"/>
            <p:cNvSpPr/>
            <p:nvPr/>
          </p:nvSpPr>
          <p:spPr>
            <a:xfrm>
              <a:off x="463701" y="2307675"/>
              <a:ext cx="502800" cy="502800"/>
            </a:xfrm>
            <a:prstGeom prst="roundRect">
              <a:avLst>
                <a:gd fmla="val 15109" name="adj"/>
              </a:avLst>
            </a:prstGeom>
            <a:solidFill>
              <a:schemeClr val="lt2"/>
            </a:solidFill>
            <a:ln cap="flat" cmpd="sng" w="1427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3" name="Google Shape;643;p34"/>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1427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4" name="Google Shape;644;p34"/>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1427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645" name="Google Shape;645;p34"/>
            <p:cNvGrpSpPr/>
            <p:nvPr/>
          </p:nvGrpSpPr>
          <p:grpSpPr>
            <a:xfrm>
              <a:off x="773496" y="2217961"/>
              <a:ext cx="320051" cy="298703"/>
              <a:chOff x="1023863" y="2896525"/>
              <a:chExt cx="240875" cy="219425"/>
            </a:xfrm>
          </p:grpSpPr>
          <p:sp>
            <p:nvSpPr>
              <p:cNvPr id="646" name="Google Shape;646;p34"/>
              <p:cNvSpPr/>
              <p:nvPr/>
            </p:nvSpPr>
            <p:spPr>
              <a:xfrm>
                <a:off x="1023863" y="2896525"/>
                <a:ext cx="240875" cy="219425"/>
              </a:xfrm>
              <a:custGeom>
                <a:rect b="b" l="l" r="r" t="t"/>
                <a:pathLst>
                  <a:path extrusionOk="0" h="8777" w="9635">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cap="flat" cmpd="sng" w="1427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7" name="Google Shape;647;p34"/>
              <p:cNvSpPr/>
              <p:nvPr/>
            </p:nvSpPr>
            <p:spPr>
              <a:xfrm>
                <a:off x="1111105" y="2959275"/>
                <a:ext cx="54900" cy="93925"/>
              </a:xfrm>
              <a:custGeom>
                <a:rect b="b" l="l" r="r" t="t"/>
                <a:pathLst>
                  <a:path extrusionOk="0" h="3757" w="2196">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6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35"/>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Human </a:t>
            </a:r>
            <a:r>
              <a:rPr lang="en"/>
              <a:t>Evaluation</a:t>
            </a:r>
            <a:endParaRPr/>
          </a:p>
        </p:txBody>
      </p:sp>
      <p:sp>
        <p:nvSpPr>
          <p:cNvPr id="653" name="Google Shape;653;p35"/>
          <p:cNvSpPr txBox="1"/>
          <p:nvPr/>
        </p:nvSpPr>
        <p:spPr>
          <a:xfrm>
            <a:off x="448225" y="1602450"/>
            <a:ext cx="3204900" cy="31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Karla"/>
                <a:ea typeface="Karla"/>
                <a:cs typeface="Karla"/>
                <a:sym typeface="Karla"/>
              </a:rPr>
              <a:t>Observations:</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a:p>
            <a:pPr indent="-298450" lvl="0" marL="457200" rtl="0" algn="l">
              <a:spcBef>
                <a:spcPts val="0"/>
              </a:spcBef>
              <a:spcAft>
                <a:spcPts val="0"/>
              </a:spcAft>
              <a:buClr>
                <a:schemeClr val="dk1"/>
              </a:buClr>
              <a:buSzPts val="1100"/>
              <a:buChar char="●"/>
            </a:pPr>
            <a:r>
              <a:rPr b="1" lang="en" sz="1100">
                <a:solidFill>
                  <a:schemeClr val="dk1"/>
                </a:solidFill>
                <a:latin typeface="Karla"/>
                <a:ea typeface="Karla"/>
                <a:cs typeface="Karla"/>
                <a:sym typeface="Karla"/>
              </a:rPr>
              <a:t>Post-editing effort is extremely high </a:t>
            </a:r>
            <a:r>
              <a:rPr lang="en" sz="1100">
                <a:solidFill>
                  <a:schemeClr val="dk1"/>
                </a:solidFill>
                <a:latin typeface="Karla"/>
                <a:ea typeface="Karla"/>
                <a:cs typeface="Karla"/>
                <a:sym typeface="Karla"/>
              </a:rPr>
              <a:t>→ often requires full retranslation</a:t>
            </a:r>
            <a:endParaRPr sz="1100">
              <a:solidFill>
                <a:schemeClr val="dk1"/>
              </a:solidFill>
              <a:latin typeface="Karla"/>
              <a:ea typeface="Karla"/>
              <a:cs typeface="Karla"/>
              <a:sym typeface="Karla"/>
            </a:endParaRPr>
          </a:p>
          <a:p>
            <a:pPr indent="-298450" lvl="0" marL="457200" rtl="0" algn="l">
              <a:spcBef>
                <a:spcPts val="0"/>
              </a:spcBef>
              <a:spcAft>
                <a:spcPts val="0"/>
              </a:spcAft>
              <a:buClr>
                <a:schemeClr val="dk1"/>
              </a:buClr>
              <a:buSzPts val="1100"/>
              <a:buChar char="●"/>
            </a:pPr>
            <a:r>
              <a:rPr lang="en" sz="1100">
                <a:solidFill>
                  <a:schemeClr val="dk1"/>
                </a:solidFill>
                <a:latin typeface="Karla"/>
                <a:ea typeface="Karla"/>
                <a:cs typeface="Karla"/>
                <a:sym typeface="Karla"/>
              </a:rPr>
              <a:t>Main issue: </a:t>
            </a:r>
            <a:r>
              <a:rPr b="1" lang="en" sz="1100">
                <a:solidFill>
                  <a:schemeClr val="dk1"/>
                </a:solidFill>
                <a:latin typeface="Karla"/>
                <a:ea typeface="Karla"/>
                <a:cs typeface="Karla"/>
                <a:sym typeface="Karla"/>
              </a:rPr>
              <a:t>domain mismatch</a:t>
            </a:r>
            <a:r>
              <a:rPr lang="en" sz="1100">
                <a:solidFill>
                  <a:schemeClr val="dk1"/>
                </a:solidFill>
                <a:latin typeface="Karla"/>
                <a:ea typeface="Karla"/>
                <a:cs typeface="Karla"/>
                <a:sym typeface="Karla"/>
              </a:rPr>
              <a:t> (not trained on fan slang, emoticons, code-switching, or internet register)</a:t>
            </a:r>
            <a:endParaRPr sz="1100">
              <a:solidFill>
                <a:schemeClr val="dk1"/>
              </a:solidFill>
              <a:latin typeface="Karla"/>
              <a:ea typeface="Karla"/>
              <a:cs typeface="Karla"/>
              <a:sym typeface="Karla"/>
            </a:endParaRPr>
          </a:p>
          <a:p>
            <a:pPr indent="-298450" lvl="0" marL="457200" rtl="0" algn="l">
              <a:spcBef>
                <a:spcPts val="0"/>
              </a:spcBef>
              <a:spcAft>
                <a:spcPts val="0"/>
              </a:spcAft>
              <a:buClr>
                <a:schemeClr val="dk1"/>
              </a:buClr>
              <a:buSzPts val="1100"/>
              <a:buChar char="●"/>
            </a:pPr>
            <a:r>
              <a:rPr b="1" lang="en" sz="1100">
                <a:solidFill>
                  <a:schemeClr val="dk1"/>
                </a:solidFill>
                <a:latin typeface="Karla"/>
                <a:ea typeface="Karla"/>
                <a:cs typeface="Karla"/>
                <a:sym typeface="Karla"/>
              </a:rPr>
              <a:t>Tone accuracy is low </a:t>
            </a:r>
            <a:r>
              <a:rPr lang="en" sz="1100">
                <a:solidFill>
                  <a:schemeClr val="dk1"/>
                </a:solidFill>
                <a:latin typeface="Karla"/>
                <a:ea typeface="Karla"/>
                <a:cs typeface="Karla"/>
                <a:sym typeface="Karla"/>
              </a:rPr>
              <a:t>→ loses humor, irony, and emotional nuance</a:t>
            </a:r>
            <a:endParaRPr sz="1100">
              <a:solidFill>
                <a:schemeClr val="dk1"/>
              </a:solidFill>
              <a:latin typeface="Karla"/>
              <a:ea typeface="Karla"/>
              <a:cs typeface="Karla"/>
              <a:sym typeface="Karla"/>
            </a:endParaRPr>
          </a:p>
          <a:p>
            <a:pPr indent="-298450" lvl="0" marL="457200" rtl="0" algn="l">
              <a:spcBef>
                <a:spcPts val="0"/>
              </a:spcBef>
              <a:spcAft>
                <a:spcPts val="0"/>
              </a:spcAft>
              <a:buClr>
                <a:schemeClr val="dk1"/>
              </a:buClr>
              <a:buSzPts val="1100"/>
              <a:buChar char="●"/>
            </a:pPr>
            <a:r>
              <a:rPr lang="en" sz="1100">
                <a:solidFill>
                  <a:schemeClr val="dk1"/>
                </a:solidFill>
                <a:latin typeface="Karla"/>
                <a:ea typeface="Karla"/>
                <a:cs typeface="Karla"/>
                <a:sym typeface="Karla"/>
              </a:rPr>
              <a:t>Only partial strength: </a:t>
            </a:r>
            <a:r>
              <a:rPr b="1" lang="en" sz="1100">
                <a:solidFill>
                  <a:schemeClr val="dk1"/>
                </a:solidFill>
                <a:latin typeface="Karla"/>
                <a:ea typeface="Karla"/>
                <a:cs typeface="Karla"/>
                <a:sym typeface="Karla"/>
              </a:rPr>
              <a:t>formal corporate content is moderately accurate</a:t>
            </a:r>
            <a:endParaRPr b="1" sz="1100">
              <a:solidFill>
                <a:schemeClr val="dk1"/>
              </a:solidFill>
              <a:latin typeface="Karla"/>
              <a:ea typeface="Karla"/>
              <a:cs typeface="Karla"/>
              <a:sym typeface="Karla"/>
            </a:endParaRPr>
          </a:p>
          <a:p>
            <a:pPr indent="-298450" lvl="0" marL="457200" rtl="0" algn="l">
              <a:spcBef>
                <a:spcPts val="0"/>
              </a:spcBef>
              <a:spcAft>
                <a:spcPts val="0"/>
              </a:spcAft>
              <a:buClr>
                <a:schemeClr val="dk1"/>
              </a:buClr>
              <a:buSzPts val="1100"/>
              <a:buChar char="●"/>
            </a:pPr>
            <a:r>
              <a:rPr lang="en" sz="1100">
                <a:solidFill>
                  <a:schemeClr val="dk1"/>
                </a:solidFill>
                <a:latin typeface="Karla"/>
                <a:ea typeface="Karla"/>
                <a:cs typeface="Karla"/>
                <a:sym typeface="Karla"/>
              </a:rPr>
              <a:t>Major risk: </a:t>
            </a:r>
            <a:r>
              <a:rPr b="1" lang="en" sz="1100">
                <a:solidFill>
                  <a:schemeClr val="dk1"/>
                </a:solidFill>
                <a:latin typeface="Karla"/>
                <a:ea typeface="Karla"/>
                <a:cs typeface="Karla"/>
                <a:sym typeface="Karla"/>
              </a:rPr>
              <a:t>named entity hallucination</a:t>
            </a:r>
            <a:r>
              <a:rPr lang="en" sz="1100">
                <a:solidFill>
                  <a:schemeClr val="dk1"/>
                </a:solidFill>
                <a:latin typeface="Karla"/>
                <a:ea typeface="Karla"/>
                <a:cs typeface="Karla"/>
                <a:sym typeface="Karla"/>
              </a:rPr>
              <a:t> → can produce offensive or unusable output</a:t>
            </a:r>
            <a:endParaRPr sz="1100">
              <a:solidFill>
                <a:schemeClr val="dk1"/>
              </a:solidFill>
              <a:latin typeface="Karla"/>
              <a:ea typeface="Karla"/>
              <a:cs typeface="Karla"/>
              <a:sym typeface="Karla"/>
            </a:endParaRPr>
          </a:p>
          <a:p>
            <a:pPr indent="0" lvl="0" marL="457200" rtl="0" algn="l">
              <a:spcBef>
                <a:spcPts val="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pic>
        <p:nvPicPr>
          <p:cNvPr id="654" name="Google Shape;654;p35"/>
          <p:cNvPicPr preferRelativeResize="0"/>
          <p:nvPr/>
        </p:nvPicPr>
        <p:blipFill>
          <a:blip r:embed="rId4">
            <a:alphaModFix/>
          </a:blip>
          <a:stretch>
            <a:fillRect/>
          </a:stretch>
        </p:blipFill>
        <p:spPr>
          <a:xfrm>
            <a:off x="3966875" y="1602450"/>
            <a:ext cx="4631425" cy="2954000"/>
          </a:xfrm>
          <a:prstGeom prst="rect">
            <a:avLst/>
          </a:prstGeom>
          <a:noFill/>
          <a:ln>
            <a:noFill/>
          </a:ln>
        </p:spPr>
      </p:pic>
      <p:grpSp>
        <p:nvGrpSpPr>
          <p:cNvPr id="655" name="Google Shape;655;p35"/>
          <p:cNvGrpSpPr/>
          <p:nvPr/>
        </p:nvGrpSpPr>
        <p:grpSpPr>
          <a:xfrm>
            <a:off x="351389" y="337620"/>
            <a:ext cx="275937" cy="275937"/>
            <a:chOff x="7014301" y="2017350"/>
            <a:chExt cx="502800" cy="502800"/>
          </a:xfrm>
        </p:grpSpPr>
        <p:sp>
          <p:nvSpPr>
            <p:cNvPr id="656" name="Google Shape;656;p35"/>
            <p:cNvSpPr/>
            <p:nvPr/>
          </p:nvSpPr>
          <p:spPr>
            <a:xfrm>
              <a:off x="7014301" y="2017350"/>
              <a:ext cx="502800" cy="502800"/>
            </a:xfrm>
            <a:prstGeom prst="roundRect">
              <a:avLst>
                <a:gd fmla="val 15109" name="adj"/>
              </a:avLst>
            </a:prstGeom>
            <a:solidFill>
              <a:schemeClr val="accent1"/>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sp>
          <p:nvSpPr>
            <p:cNvPr id="657" name="Google Shape;657;p35"/>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15675">
              <a:solidFill>
                <a:schemeClr val="dk1"/>
              </a:solidFill>
              <a:prstDash val="solid"/>
              <a:round/>
              <a:headEnd len="sm" w="sm" type="none"/>
              <a:tailEnd len="sm" w="sm" type="none"/>
            </a:ln>
          </p:spPr>
          <p:txBody>
            <a:bodyPr anchorCtr="0" anchor="ctr" bIns="50175" lIns="50175" spcFirstLastPara="1" rIns="50175" wrap="square" tIns="5017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36" title="Screenshot 2026-04-15 172209.png"/>
          <p:cNvPicPr preferRelativeResize="0"/>
          <p:nvPr/>
        </p:nvPicPr>
        <p:blipFill>
          <a:blip r:embed="rId3">
            <a:alphaModFix/>
          </a:blip>
          <a:stretch>
            <a:fillRect/>
          </a:stretch>
        </p:blipFill>
        <p:spPr>
          <a:xfrm>
            <a:off x="406838" y="4051999"/>
            <a:ext cx="8330425" cy="749500"/>
          </a:xfrm>
          <a:prstGeom prst="rect">
            <a:avLst/>
          </a:prstGeom>
          <a:noFill/>
          <a:ln>
            <a:noFill/>
          </a:ln>
        </p:spPr>
      </p:pic>
      <p:pic>
        <p:nvPicPr>
          <p:cNvPr id="663" name="Google Shape;663;p36" title="Screenshot 2026-04-15 172426.png"/>
          <p:cNvPicPr preferRelativeResize="0"/>
          <p:nvPr/>
        </p:nvPicPr>
        <p:blipFill>
          <a:blip r:embed="rId4">
            <a:alphaModFix/>
          </a:blip>
          <a:stretch>
            <a:fillRect/>
          </a:stretch>
        </p:blipFill>
        <p:spPr>
          <a:xfrm>
            <a:off x="406838" y="839001"/>
            <a:ext cx="8223252" cy="959649"/>
          </a:xfrm>
          <a:prstGeom prst="rect">
            <a:avLst/>
          </a:prstGeom>
          <a:noFill/>
          <a:ln>
            <a:noFill/>
          </a:ln>
        </p:spPr>
      </p:pic>
      <p:pic>
        <p:nvPicPr>
          <p:cNvPr id="664" name="Google Shape;664;p36" title="Screenshot 2026-04-15 172607.png"/>
          <p:cNvPicPr preferRelativeResize="0"/>
          <p:nvPr/>
        </p:nvPicPr>
        <p:blipFill>
          <a:blip r:embed="rId5">
            <a:alphaModFix/>
          </a:blip>
          <a:stretch>
            <a:fillRect/>
          </a:stretch>
        </p:blipFill>
        <p:spPr>
          <a:xfrm>
            <a:off x="406850" y="3148250"/>
            <a:ext cx="8223252" cy="1015856"/>
          </a:xfrm>
          <a:prstGeom prst="rect">
            <a:avLst/>
          </a:prstGeom>
          <a:noFill/>
          <a:ln>
            <a:noFill/>
          </a:ln>
        </p:spPr>
      </p:pic>
      <p:pic>
        <p:nvPicPr>
          <p:cNvPr id="665" name="Google Shape;665;p36" title="Screenshot 2026-04-15 172722.png"/>
          <p:cNvPicPr preferRelativeResize="0"/>
          <p:nvPr/>
        </p:nvPicPr>
        <p:blipFill rotWithShape="1">
          <a:blip r:embed="rId6">
            <a:alphaModFix/>
          </a:blip>
          <a:srcRect b="0" l="0" r="10072" t="0"/>
          <a:stretch/>
        </p:blipFill>
        <p:spPr>
          <a:xfrm>
            <a:off x="406850" y="1798650"/>
            <a:ext cx="8223249" cy="749500"/>
          </a:xfrm>
          <a:prstGeom prst="rect">
            <a:avLst/>
          </a:prstGeom>
          <a:noFill/>
          <a:ln>
            <a:noFill/>
          </a:ln>
        </p:spPr>
      </p:pic>
      <p:grpSp>
        <p:nvGrpSpPr>
          <p:cNvPr id="666" name="Google Shape;666;p36"/>
          <p:cNvGrpSpPr/>
          <p:nvPr/>
        </p:nvGrpSpPr>
        <p:grpSpPr>
          <a:xfrm>
            <a:off x="369824" y="274198"/>
            <a:ext cx="314923" cy="296257"/>
            <a:chOff x="463701" y="2217961"/>
            <a:chExt cx="629846" cy="592514"/>
          </a:xfrm>
        </p:grpSpPr>
        <p:sp>
          <p:nvSpPr>
            <p:cNvPr id="667" name="Google Shape;667;p36"/>
            <p:cNvSpPr/>
            <p:nvPr/>
          </p:nvSpPr>
          <p:spPr>
            <a:xfrm>
              <a:off x="463701" y="2307675"/>
              <a:ext cx="502800" cy="502800"/>
            </a:xfrm>
            <a:prstGeom prst="roundRect">
              <a:avLst>
                <a:gd fmla="val 15109" name="adj"/>
              </a:avLst>
            </a:prstGeom>
            <a:solidFill>
              <a:schemeClr val="lt2"/>
            </a:solidFill>
            <a:ln cap="flat" cmpd="sng" w="14275">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rtl="0" algn="l">
                <a:spcBef>
                  <a:spcPts val="0"/>
                </a:spcBef>
                <a:spcAft>
                  <a:spcPts val="0"/>
                </a:spcAft>
                <a:buNone/>
              </a:pPr>
              <a:r>
                <a:t/>
              </a:r>
              <a:endParaRPr/>
            </a:p>
          </p:txBody>
        </p:sp>
        <p:sp>
          <p:nvSpPr>
            <p:cNvPr id="668" name="Google Shape;668;p36"/>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14275">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rtl="0" algn="l">
                <a:spcBef>
                  <a:spcPts val="0"/>
                </a:spcBef>
                <a:spcAft>
                  <a:spcPts val="0"/>
                </a:spcAft>
                <a:buNone/>
              </a:pPr>
              <a:r>
                <a:t/>
              </a:r>
              <a:endParaRPr/>
            </a:p>
          </p:txBody>
        </p:sp>
        <p:sp>
          <p:nvSpPr>
            <p:cNvPr id="669" name="Google Shape;669;p36"/>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14275">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rtl="0" algn="l">
                <a:spcBef>
                  <a:spcPts val="0"/>
                </a:spcBef>
                <a:spcAft>
                  <a:spcPts val="0"/>
                </a:spcAft>
                <a:buNone/>
              </a:pPr>
              <a:r>
                <a:t/>
              </a:r>
              <a:endParaRPr/>
            </a:p>
          </p:txBody>
        </p:sp>
        <p:grpSp>
          <p:nvGrpSpPr>
            <p:cNvPr id="670" name="Google Shape;670;p36"/>
            <p:cNvGrpSpPr/>
            <p:nvPr/>
          </p:nvGrpSpPr>
          <p:grpSpPr>
            <a:xfrm>
              <a:off x="773496" y="2217961"/>
              <a:ext cx="320051" cy="298703"/>
              <a:chOff x="1023863" y="2896525"/>
              <a:chExt cx="240875" cy="219425"/>
            </a:xfrm>
          </p:grpSpPr>
          <p:sp>
            <p:nvSpPr>
              <p:cNvPr id="671" name="Google Shape;671;p36"/>
              <p:cNvSpPr/>
              <p:nvPr/>
            </p:nvSpPr>
            <p:spPr>
              <a:xfrm>
                <a:off x="1023863" y="2896525"/>
                <a:ext cx="240875" cy="219425"/>
              </a:xfrm>
              <a:custGeom>
                <a:rect b="b" l="l" r="r" t="t"/>
                <a:pathLst>
                  <a:path extrusionOk="0" h="8777" w="9635">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cap="flat" cmpd="sng" w="14275">
                <a:solidFill>
                  <a:schemeClr val="dk1"/>
                </a:solidFill>
                <a:prstDash val="solid"/>
                <a:round/>
                <a:headEnd len="sm" w="sm" type="none"/>
                <a:tailEnd len="sm" w="sm" type="none"/>
              </a:ln>
            </p:spPr>
            <p:txBody>
              <a:bodyPr anchorCtr="0" anchor="ctr" bIns="45700" lIns="45700" spcFirstLastPara="1" rIns="45700" wrap="square" tIns="45700">
                <a:noAutofit/>
              </a:bodyPr>
              <a:lstStyle/>
              <a:p>
                <a:pPr indent="0" lvl="0" marL="0" rtl="0" algn="l">
                  <a:spcBef>
                    <a:spcPts val="0"/>
                  </a:spcBef>
                  <a:spcAft>
                    <a:spcPts val="0"/>
                  </a:spcAft>
                  <a:buNone/>
                </a:pPr>
                <a:r>
                  <a:t/>
                </a:r>
                <a:endParaRPr/>
              </a:p>
            </p:txBody>
          </p:sp>
          <p:sp>
            <p:nvSpPr>
              <p:cNvPr id="672" name="Google Shape;672;p36"/>
              <p:cNvSpPr/>
              <p:nvPr/>
            </p:nvSpPr>
            <p:spPr>
              <a:xfrm>
                <a:off x="1111105" y="2959275"/>
                <a:ext cx="54900" cy="93925"/>
              </a:xfrm>
              <a:custGeom>
                <a:rect b="b" l="l" r="r" t="t"/>
                <a:pathLst>
                  <a:path extrusionOk="0" h="3757" w="2196">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anchorCtr="0" anchor="ctr" bIns="45700" lIns="45700" spcFirstLastPara="1" rIns="45700" wrap="square" tIns="45700">
                <a:noAutofit/>
              </a:bodyPr>
              <a:lstStyle/>
              <a:p>
                <a:pPr indent="0" lvl="0" marL="0" rtl="0" algn="l">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662"/>
                                        </p:tgtEl>
                                      </p:cBhvr>
                                    </p:animEffect>
                                    <p:set>
                                      <p:cBhvr>
                                        <p:cTn dur="1" fill="hold">
                                          <p:stCondLst>
                                            <p:cond delay="0"/>
                                          </p:stCondLst>
                                        </p:cTn>
                                        <p:tgtEl>
                                          <p:spTgt spid="66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
                                        <p:tgtEl>
                                          <p:spTgt spid="663"/>
                                        </p:tgtEl>
                                      </p:cBhvr>
                                    </p:animEffect>
                                    <p:set>
                                      <p:cBhvr>
                                        <p:cTn dur="1" fill="hold">
                                          <p:stCondLst>
                                            <p:cond delay="100"/>
                                          </p:stCondLst>
                                        </p:cTn>
                                        <p:tgtEl>
                                          <p:spTgt spid="66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37"/>
          <p:cNvSpPr txBox="1"/>
          <p:nvPr>
            <p:ph type="title"/>
          </p:nvPr>
        </p:nvSpPr>
        <p:spPr>
          <a:xfrm>
            <a:off x="3409125" y="731525"/>
            <a:ext cx="50199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Glossary Creation</a:t>
            </a:r>
            <a:endParaRPr/>
          </a:p>
        </p:txBody>
      </p:sp>
      <p:sp>
        <p:nvSpPr>
          <p:cNvPr id="678" name="Google Shape;678;p37"/>
          <p:cNvSpPr txBox="1"/>
          <p:nvPr>
            <p:ph idx="4294967295" type="subTitle"/>
          </p:nvPr>
        </p:nvSpPr>
        <p:spPr>
          <a:xfrm>
            <a:off x="7597600" y="4518825"/>
            <a:ext cx="1662600" cy="39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*not full glossary</a:t>
            </a:r>
            <a:endParaRPr sz="1100"/>
          </a:p>
        </p:txBody>
      </p:sp>
      <p:grpSp>
        <p:nvGrpSpPr>
          <p:cNvPr id="679" name="Google Shape;679;p37"/>
          <p:cNvGrpSpPr/>
          <p:nvPr/>
        </p:nvGrpSpPr>
        <p:grpSpPr>
          <a:xfrm>
            <a:off x="607150" y="731525"/>
            <a:ext cx="2801976" cy="4131100"/>
            <a:chOff x="878925" y="1436350"/>
            <a:chExt cx="2801976" cy="4131100"/>
          </a:xfrm>
        </p:grpSpPr>
        <p:pic>
          <p:nvPicPr>
            <p:cNvPr id="680" name="Google Shape;680;p37"/>
            <p:cNvPicPr preferRelativeResize="0"/>
            <p:nvPr/>
          </p:nvPicPr>
          <p:blipFill rotWithShape="1">
            <a:blip r:embed="rId3">
              <a:alphaModFix/>
            </a:blip>
            <a:srcRect b="90345" l="5237" r="5246" t="0"/>
            <a:stretch/>
          </p:blipFill>
          <p:spPr>
            <a:xfrm>
              <a:off x="883050" y="1436350"/>
              <a:ext cx="2797851" cy="330351"/>
            </a:xfrm>
            <a:prstGeom prst="rect">
              <a:avLst/>
            </a:prstGeom>
            <a:noFill/>
            <a:ln>
              <a:noFill/>
            </a:ln>
          </p:spPr>
        </p:pic>
        <p:pic>
          <p:nvPicPr>
            <p:cNvPr id="681" name="Google Shape;681;p37"/>
            <p:cNvPicPr preferRelativeResize="0"/>
            <p:nvPr/>
          </p:nvPicPr>
          <p:blipFill rotWithShape="1">
            <a:blip r:embed="rId4">
              <a:alphaModFix/>
            </a:blip>
            <a:srcRect b="0" l="0" r="0" t="0"/>
            <a:stretch/>
          </p:blipFill>
          <p:spPr>
            <a:xfrm>
              <a:off x="878925" y="1747650"/>
              <a:ext cx="2797870" cy="3819800"/>
            </a:xfrm>
            <a:prstGeom prst="rect">
              <a:avLst/>
            </a:prstGeom>
            <a:noFill/>
            <a:ln>
              <a:noFill/>
            </a:ln>
          </p:spPr>
        </p:pic>
      </p:grpSp>
      <p:pic>
        <p:nvPicPr>
          <p:cNvPr id="682" name="Google Shape;682;p37"/>
          <p:cNvPicPr preferRelativeResize="0"/>
          <p:nvPr/>
        </p:nvPicPr>
        <p:blipFill>
          <a:blip r:embed="rId5">
            <a:alphaModFix/>
          </a:blip>
          <a:stretch>
            <a:fillRect/>
          </a:stretch>
        </p:blipFill>
        <p:spPr>
          <a:xfrm>
            <a:off x="3843150" y="1417325"/>
            <a:ext cx="2792739" cy="3421376"/>
          </a:xfrm>
          <a:prstGeom prst="rect">
            <a:avLst/>
          </a:prstGeom>
          <a:noFill/>
          <a:ln>
            <a:noFill/>
          </a:ln>
        </p:spPr>
      </p:pic>
      <p:sp>
        <p:nvSpPr>
          <p:cNvPr id="683" name="Google Shape;683;p37"/>
          <p:cNvSpPr txBox="1"/>
          <p:nvPr>
            <p:ph idx="4294967295" type="subTitle"/>
          </p:nvPr>
        </p:nvSpPr>
        <p:spPr>
          <a:xfrm>
            <a:off x="3474750" y="2571750"/>
            <a:ext cx="2792700" cy="51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Slang and emoticons</a:t>
            </a:r>
            <a:endParaRPr sz="2000"/>
          </a:p>
        </p:txBody>
      </p:sp>
      <p:sp>
        <p:nvSpPr>
          <p:cNvPr id="684" name="Google Shape;684;p37"/>
          <p:cNvSpPr txBox="1"/>
          <p:nvPr>
            <p:ph idx="4294967295" type="subTitle"/>
          </p:nvPr>
        </p:nvSpPr>
        <p:spPr>
          <a:xfrm>
            <a:off x="6608938" y="2571750"/>
            <a:ext cx="2281200" cy="51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Idol group names</a:t>
            </a:r>
            <a:endParaRPr sz="2000"/>
          </a:p>
        </p:txBody>
      </p:sp>
      <p:pic>
        <p:nvPicPr>
          <p:cNvPr id="685" name="Google Shape;685;p37"/>
          <p:cNvPicPr preferRelativeResize="0"/>
          <p:nvPr/>
        </p:nvPicPr>
        <p:blipFill>
          <a:blip r:embed="rId6">
            <a:alphaModFix/>
          </a:blip>
          <a:stretch>
            <a:fillRect/>
          </a:stretch>
        </p:blipFill>
        <p:spPr>
          <a:xfrm>
            <a:off x="607150" y="2350075"/>
            <a:ext cx="8092951" cy="777450"/>
          </a:xfrm>
          <a:prstGeom prst="rect">
            <a:avLst/>
          </a:prstGeom>
          <a:noFill/>
          <a:ln>
            <a:noFill/>
          </a:ln>
        </p:spPr>
      </p:pic>
      <p:grpSp>
        <p:nvGrpSpPr>
          <p:cNvPr id="686" name="Google Shape;686;p37"/>
          <p:cNvGrpSpPr/>
          <p:nvPr/>
        </p:nvGrpSpPr>
        <p:grpSpPr>
          <a:xfrm>
            <a:off x="323306" y="329465"/>
            <a:ext cx="283859" cy="283859"/>
            <a:chOff x="416300" y="4058211"/>
            <a:chExt cx="621000" cy="621000"/>
          </a:xfrm>
        </p:grpSpPr>
        <p:sp>
          <p:nvSpPr>
            <p:cNvPr id="687" name="Google Shape;687;p37"/>
            <p:cNvSpPr/>
            <p:nvPr/>
          </p:nvSpPr>
          <p:spPr>
            <a:xfrm>
              <a:off x="475400" y="4117311"/>
              <a:ext cx="502800" cy="502800"/>
            </a:xfrm>
            <a:prstGeom prst="roundRect">
              <a:avLst>
                <a:gd fmla="val 15109" name="adj"/>
              </a:avLst>
            </a:prstGeom>
            <a:solidFill>
              <a:schemeClr val="accen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688" name="Google Shape;688;p37"/>
            <p:cNvSpPr/>
            <p:nvPr/>
          </p:nvSpPr>
          <p:spPr>
            <a:xfrm rot="2700000">
              <a:off x="507243" y="4149154"/>
              <a:ext cx="439113" cy="439113"/>
            </a:xfrm>
            <a:prstGeom prst="plus">
              <a:avLst>
                <a:gd fmla="val 42536" name="adj"/>
              </a:avLst>
            </a:prstGeom>
            <a:solidFill>
              <a:schemeClr val="l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683"/>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grpSp>
        <p:nvGrpSpPr>
          <p:cNvPr id="693" name="Google Shape;693;p38"/>
          <p:cNvGrpSpPr/>
          <p:nvPr/>
        </p:nvGrpSpPr>
        <p:grpSpPr>
          <a:xfrm>
            <a:off x="2997058" y="1600323"/>
            <a:ext cx="3293649" cy="3057472"/>
            <a:chOff x="715400" y="1600325"/>
            <a:chExt cx="2418600" cy="2916600"/>
          </a:xfrm>
        </p:grpSpPr>
        <p:sp>
          <p:nvSpPr>
            <p:cNvPr id="694" name="Google Shape;694;p38"/>
            <p:cNvSpPr/>
            <p:nvPr/>
          </p:nvSpPr>
          <p:spPr>
            <a:xfrm>
              <a:off x="806900" y="1691825"/>
              <a:ext cx="2327100" cy="282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5" name="Google Shape;695;p38"/>
            <p:cNvGrpSpPr/>
            <p:nvPr/>
          </p:nvGrpSpPr>
          <p:grpSpPr>
            <a:xfrm>
              <a:off x="715400" y="1600325"/>
              <a:ext cx="2327100" cy="2825100"/>
              <a:chOff x="715400" y="1600325"/>
              <a:chExt cx="2327100" cy="2825100"/>
            </a:xfrm>
          </p:grpSpPr>
          <p:sp>
            <p:nvSpPr>
              <p:cNvPr id="696" name="Google Shape;696;p38"/>
              <p:cNvSpPr/>
              <p:nvPr/>
            </p:nvSpPr>
            <p:spPr>
              <a:xfrm>
                <a:off x="715400" y="1600325"/>
                <a:ext cx="2327100" cy="282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7" name="Google Shape;697;p38"/>
              <p:cNvCxnSpPr/>
              <p:nvPr/>
            </p:nvCxnSpPr>
            <p:spPr>
              <a:xfrm>
                <a:off x="715400" y="1783325"/>
                <a:ext cx="2322300" cy="0"/>
              </a:xfrm>
              <a:prstGeom prst="straightConnector1">
                <a:avLst/>
              </a:prstGeom>
              <a:noFill/>
              <a:ln cap="flat" cmpd="sng" w="28575">
                <a:solidFill>
                  <a:schemeClr val="dk1"/>
                </a:solidFill>
                <a:prstDash val="solid"/>
                <a:round/>
                <a:headEnd len="med" w="med" type="none"/>
                <a:tailEnd len="med" w="med" type="none"/>
              </a:ln>
            </p:spPr>
          </p:cxnSp>
        </p:grpSp>
      </p:grpSp>
      <p:sp>
        <p:nvSpPr>
          <p:cNvPr id="698" name="Google Shape;698;p38"/>
          <p:cNvSpPr txBox="1"/>
          <p:nvPr>
            <p:ph idx="5" type="subTitle"/>
          </p:nvPr>
        </p:nvSpPr>
        <p:spPr>
          <a:xfrm>
            <a:off x="3520825" y="1961225"/>
            <a:ext cx="2194500" cy="54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700"/>
              <a:t>Learning Process</a:t>
            </a:r>
            <a:endParaRPr sz="1700"/>
          </a:p>
        </p:txBody>
      </p:sp>
      <p:sp>
        <p:nvSpPr>
          <p:cNvPr id="699" name="Google Shape;699;p38"/>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went well</a:t>
            </a:r>
            <a:endParaRPr/>
          </a:p>
        </p:txBody>
      </p:sp>
      <p:sp>
        <p:nvSpPr>
          <p:cNvPr id="700" name="Google Shape;700;p38"/>
          <p:cNvSpPr txBox="1"/>
          <p:nvPr>
            <p:ph idx="3" type="subTitle"/>
          </p:nvPr>
        </p:nvSpPr>
        <p:spPr>
          <a:xfrm>
            <a:off x="3475075" y="2629200"/>
            <a:ext cx="2194500" cy="118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Went from zero understanding → learning → trial and error → completion &amp; knowledge for the future</a:t>
            </a:r>
            <a:endParaRPr/>
          </a:p>
        </p:txBody>
      </p:sp>
      <p:sp>
        <p:nvSpPr>
          <p:cNvPr id="701" name="Google Shape;701;p38"/>
          <p:cNvSpPr/>
          <p:nvPr/>
        </p:nvSpPr>
        <p:spPr>
          <a:xfrm>
            <a:off x="7971700" y="1081625"/>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8"/>
          <p:cNvSpPr/>
          <p:nvPr/>
        </p:nvSpPr>
        <p:spPr>
          <a:xfrm>
            <a:off x="715160" y="1252725"/>
            <a:ext cx="457208" cy="164590"/>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3" name="Google Shape;703;p38"/>
          <p:cNvGrpSpPr/>
          <p:nvPr/>
        </p:nvGrpSpPr>
        <p:grpSpPr>
          <a:xfrm>
            <a:off x="323306" y="329465"/>
            <a:ext cx="283859" cy="283859"/>
            <a:chOff x="416300" y="4058211"/>
            <a:chExt cx="621000" cy="621000"/>
          </a:xfrm>
        </p:grpSpPr>
        <p:sp>
          <p:nvSpPr>
            <p:cNvPr id="704" name="Google Shape;704;p38"/>
            <p:cNvSpPr/>
            <p:nvPr/>
          </p:nvSpPr>
          <p:spPr>
            <a:xfrm>
              <a:off x="475400" y="4117311"/>
              <a:ext cx="502800" cy="502800"/>
            </a:xfrm>
            <a:prstGeom prst="roundRect">
              <a:avLst>
                <a:gd fmla="val 15109" name="adj"/>
              </a:avLst>
            </a:prstGeom>
            <a:solidFill>
              <a:schemeClr val="accen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705" name="Google Shape;705;p38"/>
            <p:cNvSpPr/>
            <p:nvPr/>
          </p:nvSpPr>
          <p:spPr>
            <a:xfrm rot="2700000">
              <a:off x="507243" y="4149154"/>
              <a:ext cx="439113" cy="439113"/>
            </a:xfrm>
            <a:prstGeom prst="plus">
              <a:avLst>
                <a:gd fmla="val 42536" name="adj"/>
              </a:avLst>
            </a:prstGeom>
            <a:solidFill>
              <a:schemeClr val="l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grpSp>
        <p:nvGrpSpPr>
          <p:cNvPr id="710" name="Google Shape;710;p39"/>
          <p:cNvGrpSpPr/>
          <p:nvPr/>
        </p:nvGrpSpPr>
        <p:grpSpPr>
          <a:xfrm>
            <a:off x="2388088" y="1586669"/>
            <a:ext cx="4367860" cy="2876376"/>
            <a:chOff x="4754850" y="1600325"/>
            <a:chExt cx="3771900" cy="1412550"/>
          </a:xfrm>
        </p:grpSpPr>
        <p:sp>
          <p:nvSpPr>
            <p:cNvPr id="711" name="Google Shape;711;p39"/>
            <p:cNvSpPr/>
            <p:nvPr/>
          </p:nvSpPr>
          <p:spPr>
            <a:xfrm>
              <a:off x="4852650" y="1691675"/>
              <a:ext cx="3674100" cy="1321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9"/>
            <p:cNvSpPr/>
            <p:nvPr/>
          </p:nvSpPr>
          <p:spPr>
            <a:xfrm>
              <a:off x="4754850" y="1600325"/>
              <a:ext cx="3674100" cy="13212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3" name="Google Shape;713;p39"/>
            <p:cNvCxnSpPr/>
            <p:nvPr/>
          </p:nvCxnSpPr>
          <p:spPr>
            <a:xfrm>
              <a:off x="4754850" y="1783325"/>
              <a:ext cx="3674400" cy="0"/>
            </a:xfrm>
            <a:prstGeom prst="straightConnector1">
              <a:avLst/>
            </a:prstGeom>
            <a:noFill/>
            <a:ln cap="flat" cmpd="sng" w="28575">
              <a:solidFill>
                <a:schemeClr val="dk1"/>
              </a:solidFill>
              <a:prstDash val="solid"/>
              <a:round/>
              <a:headEnd len="med" w="med" type="none"/>
              <a:tailEnd len="med" w="med" type="none"/>
            </a:ln>
          </p:spPr>
        </p:cxnSp>
      </p:grpSp>
      <p:sp>
        <p:nvSpPr>
          <p:cNvPr id="714" name="Google Shape;714;p39"/>
          <p:cNvSpPr txBox="1"/>
          <p:nvPr>
            <p:ph idx="1" type="subTitle"/>
          </p:nvPr>
        </p:nvSpPr>
        <p:spPr>
          <a:xfrm>
            <a:off x="3110275" y="2023050"/>
            <a:ext cx="3077400" cy="54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100"/>
              <a:t>Data </a:t>
            </a:r>
            <a:r>
              <a:rPr lang="en" sz="2100"/>
              <a:t>Collection</a:t>
            </a:r>
            <a:r>
              <a:rPr lang="en" sz="1900"/>
              <a:t> </a:t>
            </a:r>
            <a:endParaRPr sz="1900"/>
          </a:p>
        </p:txBody>
      </p:sp>
      <p:sp>
        <p:nvSpPr>
          <p:cNvPr id="715" name="Google Shape;715;p39"/>
          <p:cNvSpPr txBox="1"/>
          <p:nvPr>
            <p:ph idx="5" type="subTitle"/>
          </p:nvPr>
        </p:nvSpPr>
        <p:spPr>
          <a:xfrm>
            <a:off x="2745900" y="2571750"/>
            <a:ext cx="3771300" cy="132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900"/>
              <a:t>Inconsistency how data was collected, through copy &amp; pasting segment per segment was, incredibly time consuming.</a:t>
            </a:r>
            <a:endParaRPr sz="1900"/>
          </a:p>
        </p:txBody>
      </p:sp>
      <p:sp>
        <p:nvSpPr>
          <p:cNvPr id="716" name="Google Shape;716;p39"/>
          <p:cNvSpPr txBox="1"/>
          <p:nvPr>
            <p:ph idx="15" type="title"/>
          </p:nvPr>
        </p:nvSpPr>
        <p:spPr>
          <a:xfrm>
            <a:off x="715650" y="731525"/>
            <a:ext cx="77133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didn’t go well</a:t>
            </a:r>
            <a:endParaRPr/>
          </a:p>
        </p:txBody>
      </p:sp>
      <p:sp>
        <p:nvSpPr>
          <p:cNvPr id="717" name="Google Shape;717;p39"/>
          <p:cNvSpPr/>
          <p:nvPr/>
        </p:nvSpPr>
        <p:spPr>
          <a:xfrm>
            <a:off x="7971738" y="1225982"/>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9"/>
          <p:cNvSpPr/>
          <p:nvPr/>
        </p:nvSpPr>
        <p:spPr>
          <a:xfrm>
            <a:off x="715100" y="912725"/>
            <a:ext cx="457208" cy="164598"/>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9" name="Google Shape;719;p39"/>
          <p:cNvGrpSpPr/>
          <p:nvPr/>
        </p:nvGrpSpPr>
        <p:grpSpPr>
          <a:xfrm>
            <a:off x="359113" y="328105"/>
            <a:ext cx="259527" cy="259527"/>
            <a:chOff x="858700" y="1967475"/>
            <a:chExt cx="605100" cy="605100"/>
          </a:xfrm>
        </p:grpSpPr>
        <p:sp>
          <p:nvSpPr>
            <p:cNvPr id="720" name="Google Shape;720;p39"/>
            <p:cNvSpPr/>
            <p:nvPr/>
          </p:nvSpPr>
          <p:spPr>
            <a:xfrm>
              <a:off x="858700" y="1967475"/>
              <a:ext cx="605100" cy="605100"/>
            </a:xfrm>
            <a:prstGeom prst="roundRect">
              <a:avLst>
                <a:gd fmla="val 15109" name="adj"/>
              </a:avLst>
            </a:prstGeom>
            <a:solidFill>
              <a:schemeClr val="accent3"/>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sp>
          <p:nvSpPr>
            <p:cNvPr id="721" name="Google Shape;721;p39"/>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0"/>
          <p:cNvSpPr txBox="1"/>
          <p:nvPr>
            <p:ph type="title"/>
          </p:nvPr>
        </p:nvSpPr>
        <p:spPr>
          <a:xfrm rot="5400000">
            <a:off x="6540700" y="2307147"/>
            <a:ext cx="37764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Finding Text</a:t>
            </a:r>
            <a:endParaRPr/>
          </a:p>
        </p:txBody>
      </p:sp>
      <p:pic>
        <p:nvPicPr>
          <p:cNvPr id="727" name="Google Shape;727;p40"/>
          <p:cNvPicPr preferRelativeResize="0"/>
          <p:nvPr/>
        </p:nvPicPr>
        <p:blipFill rotWithShape="1">
          <a:blip r:embed="rId3">
            <a:alphaModFix/>
          </a:blip>
          <a:srcRect b="0" l="15196" r="49927" t="26622"/>
          <a:stretch/>
        </p:blipFill>
        <p:spPr>
          <a:xfrm>
            <a:off x="474100" y="761850"/>
            <a:ext cx="3727524" cy="4047324"/>
          </a:xfrm>
          <a:prstGeom prst="rect">
            <a:avLst/>
          </a:prstGeom>
          <a:noFill/>
          <a:ln>
            <a:noFill/>
          </a:ln>
        </p:spPr>
      </p:pic>
      <p:pic>
        <p:nvPicPr>
          <p:cNvPr id="728" name="Google Shape;728;p40"/>
          <p:cNvPicPr preferRelativeResize="0"/>
          <p:nvPr/>
        </p:nvPicPr>
        <p:blipFill rotWithShape="1">
          <a:blip r:embed="rId4">
            <a:alphaModFix/>
          </a:blip>
          <a:srcRect b="0" l="7880" r="53716" t="11731"/>
          <a:stretch/>
        </p:blipFill>
        <p:spPr>
          <a:xfrm>
            <a:off x="4474075" y="761850"/>
            <a:ext cx="3431552" cy="4047325"/>
          </a:xfrm>
          <a:prstGeom prst="rect">
            <a:avLst/>
          </a:prstGeom>
          <a:noFill/>
          <a:ln>
            <a:noFill/>
          </a:ln>
        </p:spPr>
      </p:pic>
      <p:grpSp>
        <p:nvGrpSpPr>
          <p:cNvPr id="729" name="Google Shape;729;p40"/>
          <p:cNvGrpSpPr/>
          <p:nvPr/>
        </p:nvGrpSpPr>
        <p:grpSpPr>
          <a:xfrm>
            <a:off x="359113" y="328105"/>
            <a:ext cx="259527" cy="259527"/>
            <a:chOff x="858700" y="1967475"/>
            <a:chExt cx="605100" cy="605100"/>
          </a:xfrm>
        </p:grpSpPr>
        <p:sp>
          <p:nvSpPr>
            <p:cNvPr id="730" name="Google Shape;730;p40"/>
            <p:cNvSpPr/>
            <p:nvPr/>
          </p:nvSpPr>
          <p:spPr>
            <a:xfrm>
              <a:off x="858700" y="1967475"/>
              <a:ext cx="605100" cy="605100"/>
            </a:xfrm>
            <a:prstGeom prst="roundRect">
              <a:avLst>
                <a:gd fmla="val 15109" name="adj"/>
              </a:avLst>
            </a:prstGeom>
            <a:solidFill>
              <a:schemeClr val="accent3"/>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sp>
          <p:nvSpPr>
            <p:cNvPr id="731" name="Google Shape;731;p40"/>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14750">
              <a:solidFill>
                <a:schemeClr val="dk1"/>
              </a:solidFill>
              <a:prstDash val="solid"/>
              <a:round/>
              <a:headEnd len="sm" w="sm" type="none"/>
              <a:tailEnd len="sm" w="sm" type="none"/>
            </a:ln>
          </p:spPr>
          <p:txBody>
            <a:bodyPr anchorCtr="0" anchor="ctr" bIns="47175" lIns="47175" spcFirstLastPara="1" rIns="47175" wrap="square" tIns="4717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41"/>
          <p:cNvSpPr txBox="1"/>
          <p:nvPr>
            <p:ph idx="15" type="title"/>
          </p:nvPr>
        </p:nvSpPr>
        <p:spPr>
          <a:xfrm>
            <a:off x="715650" y="731525"/>
            <a:ext cx="77133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didn’t go well</a:t>
            </a:r>
            <a:endParaRPr/>
          </a:p>
        </p:txBody>
      </p:sp>
      <p:grpSp>
        <p:nvGrpSpPr>
          <p:cNvPr id="737" name="Google Shape;737;p41"/>
          <p:cNvGrpSpPr/>
          <p:nvPr/>
        </p:nvGrpSpPr>
        <p:grpSpPr>
          <a:xfrm>
            <a:off x="2097726" y="1523196"/>
            <a:ext cx="4984943" cy="3032321"/>
            <a:chOff x="4754850" y="1600325"/>
            <a:chExt cx="3771900" cy="1412550"/>
          </a:xfrm>
        </p:grpSpPr>
        <p:sp>
          <p:nvSpPr>
            <p:cNvPr id="738" name="Google Shape;738;p41"/>
            <p:cNvSpPr/>
            <p:nvPr/>
          </p:nvSpPr>
          <p:spPr>
            <a:xfrm>
              <a:off x="4852650" y="1691675"/>
              <a:ext cx="3674100" cy="1321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1"/>
            <p:cNvSpPr/>
            <p:nvPr/>
          </p:nvSpPr>
          <p:spPr>
            <a:xfrm>
              <a:off x="4754850" y="1600325"/>
              <a:ext cx="3674100" cy="13212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0" name="Google Shape;740;p41"/>
            <p:cNvCxnSpPr/>
            <p:nvPr/>
          </p:nvCxnSpPr>
          <p:spPr>
            <a:xfrm>
              <a:off x="4754850" y="1783325"/>
              <a:ext cx="3674400" cy="0"/>
            </a:xfrm>
            <a:prstGeom prst="straightConnector1">
              <a:avLst/>
            </a:prstGeom>
            <a:noFill/>
            <a:ln cap="flat" cmpd="sng" w="28575">
              <a:solidFill>
                <a:schemeClr val="dk1"/>
              </a:solidFill>
              <a:prstDash val="solid"/>
              <a:round/>
              <a:headEnd len="med" w="med" type="none"/>
              <a:tailEnd len="med" w="med" type="none"/>
            </a:ln>
          </p:spPr>
        </p:cxnSp>
      </p:grpSp>
      <p:sp>
        <p:nvSpPr>
          <p:cNvPr id="741" name="Google Shape;741;p41"/>
          <p:cNvSpPr/>
          <p:nvPr/>
        </p:nvSpPr>
        <p:spPr>
          <a:xfrm>
            <a:off x="7971738" y="1225982"/>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1"/>
          <p:cNvSpPr/>
          <p:nvPr/>
        </p:nvSpPr>
        <p:spPr>
          <a:xfrm>
            <a:off x="7739398" y="1077330"/>
            <a:ext cx="457196" cy="57149"/>
          </a:xfrm>
          <a:custGeom>
            <a:rect b="b" l="l" r="r" t="t"/>
            <a:pathLst>
              <a:path extrusionOk="0" h="1391" w="11732">
                <a:moveTo>
                  <a:pt x="11488" y="854"/>
                </a:moveTo>
                <a:cubicBezTo>
                  <a:pt x="11708" y="878"/>
                  <a:pt x="11732" y="1220"/>
                  <a:pt x="11488" y="1244"/>
                </a:cubicBezTo>
                <a:cubicBezTo>
                  <a:pt x="11220" y="1244"/>
                  <a:pt x="10952" y="1098"/>
                  <a:pt x="10805" y="854"/>
                </a:cubicBezTo>
                <a:cubicBezTo>
                  <a:pt x="10683" y="708"/>
                  <a:pt x="10561" y="537"/>
                  <a:pt x="10366" y="537"/>
                </a:cubicBezTo>
                <a:cubicBezTo>
                  <a:pt x="10171" y="537"/>
                  <a:pt x="10049" y="683"/>
                  <a:pt x="9927" y="854"/>
                </a:cubicBezTo>
                <a:cubicBezTo>
                  <a:pt x="9781" y="1098"/>
                  <a:pt x="9513" y="1244"/>
                  <a:pt x="9244" y="1244"/>
                </a:cubicBezTo>
                <a:cubicBezTo>
                  <a:pt x="8952" y="1244"/>
                  <a:pt x="8708" y="1098"/>
                  <a:pt x="8561" y="854"/>
                </a:cubicBezTo>
                <a:cubicBezTo>
                  <a:pt x="8439" y="708"/>
                  <a:pt x="8293" y="537"/>
                  <a:pt x="8122" y="537"/>
                </a:cubicBezTo>
                <a:cubicBezTo>
                  <a:pt x="7927" y="537"/>
                  <a:pt x="7805" y="683"/>
                  <a:pt x="7683" y="854"/>
                </a:cubicBezTo>
                <a:cubicBezTo>
                  <a:pt x="7537" y="1098"/>
                  <a:pt x="7269" y="1244"/>
                  <a:pt x="6976" y="1244"/>
                </a:cubicBezTo>
                <a:cubicBezTo>
                  <a:pt x="6708" y="1244"/>
                  <a:pt x="6439" y="1098"/>
                  <a:pt x="6293" y="854"/>
                </a:cubicBezTo>
                <a:cubicBezTo>
                  <a:pt x="6171" y="708"/>
                  <a:pt x="6049" y="537"/>
                  <a:pt x="5854" y="537"/>
                </a:cubicBezTo>
                <a:cubicBezTo>
                  <a:pt x="5683" y="537"/>
                  <a:pt x="5561" y="683"/>
                  <a:pt x="5415" y="854"/>
                </a:cubicBezTo>
                <a:cubicBezTo>
                  <a:pt x="5122" y="1391"/>
                  <a:pt x="4342" y="1391"/>
                  <a:pt x="4049" y="854"/>
                </a:cubicBezTo>
                <a:cubicBezTo>
                  <a:pt x="3927" y="708"/>
                  <a:pt x="3805" y="537"/>
                  <a:pt x="3610" y="537"/>
                </a:cubicBezTo>
                <a:cubicBezTo>
                  <a:pt x="3415" y="537"/>
                  <a:pt x="3318" y="683"/>
                  <a:pt x="3171" y="854"/>
                </a:cubicBezTo>
                <a:cubicBezTo>
                  <a:pt x="2879" y="1391"/>
                  <a:pt x="2098" y="1391"/>
                  <a:pt x="1805" y="854"/>
                </a:cubicBezTo>
                <a:cubicBezTo>
                  <a:pt x="1683" y="708"/>
                  <a:pt x="1561" y="537"/>
                  <a:pt x="1366" y="537"/>
                </a:cubicBezTo>
                <a:cubicBezTo>
                  <a:pt x="1171" y="537"/>
                  <a:pt x="1074" y="683"/>
                  <a:pt x="927" y="854"/>
                </a:cubicBezTo>
                <a:cubicBezTo>
                  <a:pt x="781" y="1098"/>
                  <a:pt x="513" y="1244"/>
                  <a:pt x="244" y="1244"/>
                </a:cubicBezTo>
                <a:cubicBezTo>
                  <a:pt x="1" y="1220"/>
                  <a:pt x="1" y="878"/>
                  <a:pt x="244" y="854"/>
                </a:cubicBezTo>
                <a:cubicBezTo>
                  <a:pt x="391" y="854"/>
                  <a:pt x="513" y="732"/>
                  <a:pt x="635" y="586"/>
                </a:cubicBezTo>
                <a:cubicBezTo>
                  <a:pt x="781" y="317"/>
                  <a:pt x="1074" y="171"/>
                  <a:pt x="1366" y="147"/>
                </a:cubicBezTo>
                <a:cubicBezTo>
                  <a:pt x="1659" y="171"/>
                  <a:pt x="1952" y="317"/>
                  <a:pt x="2098" y="586"/>
                </a:cubicBezTo>
                <a:cubicBezTo>
                  <a:pt x="2220" y="732"/>
                  <a:pt x="2342" y="854"/>
                  <a:pt x="2488" y="854"/>
                </a:cubicBezTo>
                <a:lnTo>
                  <a:pt x="2488" y="854"/>
                </a:lnTo>
                <a:cubicBezTo>
                  <a:pt x="2635" y="854"/>
                  <a:pt x="2757" y="732"/>
                  <a:pt x="2879" y="586"/>
                </a:cubicBezTo>
                <a:cubicBezTo>
                  <a:pt x="3196" y="0"/>
                  <a:pt x="4025" y="0"/>
                  <a:pt x="4342" y="586"/>
                </a:cubicBezTo>
                <a:cubicBezTo>
                  <a:pt x="4464" y="732"/>
                  <a:pt x="4586" y="854"/>
                  <a:pt x="4732" y="854"/>
                </a:cubicBezTo>
                <a:lnTo>
                  <a:pt x="4781" y="854"/>
                </a:lnTo>
                <a:cubicBezTo>
                  <a:pt x="4927" y="854"/>
                  <a:pt x="5025" y="732"/>
                  <a:pt x="5147" y="586"/>
                </a:cubicBezTo>
                <a:cubicBezTo>
                  <a:pt x="5318" y="317"/>
                  <a:pt x="5586" y="171"/>
                  <a:pt x="5878" y="147"/>
                </a:cubicBezTo>
                <a:cubicBezTo>
                  <a:pt x="6196" y="171"/>
                  <a:pt x="6464" y="317"/>
                  <a:pt x="6635" y="586"/>
                </a:cubicBezTo>
                <a:cubicBezTo>
                  <a:pt x="6757" y="732"/>
                  <a:pt x="6854" y="854"/>
                  <a:pt x="7000" y="854"/>
                </a:cubicBezTo>
                <a:lnTo>
                  <a:pt x="7025" y="854"/>
                </a:lnTo>
                <a:cubicBezTo>
                  <a:pt x="7171" y="854"/>
                  <a:pt x="7293" y="732"/>
                  <a:pt x="7391" y="586"/>
                </a:cubicBezTo>
                <a:cubicBezTo>
                  <a:pt x="7708" y="0"/>
                  <a:pt x="8561" y="0"/>
                  <a:pt x="8878" y="586"/>
                </a:cubicBezTo>
                <a:cubicBezTo>
                  <a:pt x="9000" y="732"/>
                  <a:pt x="9098" y="854"/>
                  <a:pt x="9244" y="854"/>
                </a:cubicBezTo>
                <a:lnTo>
                  <a:pt x="9269" y="854"/>
                </a:lnTo>
                <a:cubicBezTo>
                  <a:pt x="9415" y="854"/>
                  <a:pt x="9537" y="732"/>
                  <a:pt x="9659" y="586"/>
                </a:cubicBezTo>
                <a:cubicBezTo>
                  <a:pt x="9805" y="317"/>
                  <a:pt x="10074" y="171"/>
                  <a:pt x="10391" y="147"/>
                </a:cubicBezTo>
                <a:cubicBezTo>
                  <a:pt x="10683" y="171"/>
                  <a:pt x="10976" y="317"/>
                  <a:pt x="11122" y="586"/>
                </a:cubicBezTo>
                <a:cubicBezTo>
                  <a:pt x="11244" y="732"/>
                  <a:pt x="11342" y="854"/>
                  <a:pt x="11488" y="8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1"/>
          <p:cNvSpPr/>
          <p:nvPr/>
        </p:nvSpPr>
        <p:spPr>
          <a:xfrm>
            <a:off x="715100" y="912725"/>
            <a:ext cx="457208" cy="164598"/>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1"/>
          <p:cNvSpPr txBox="1"/>
          <p:nvPr>
            <p:ph idx="3" type="subTitle"/>
          </p:nvPr>
        </p:nvSpPr>
        <p:spPr>
          <a:xfrm>
            <a:off x="2759200" y="1956293"/>
            <a:ext cx="3513600" cy="485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100"/>
              <a:t>Cleaning/Alignment</a:t>
            </a:r>
            <a:endParaRPr sz="2100"/>
          </a:p>
        </p:txBody>
      </p:sp>
      <p:sp>
        <p:nvSpPr>
          <p:cNvPr id="745" name="Google Shape;745;p41"/>
          <p:cNvSpPr txBox="1"/>
          <p:nvPr>
            <p:ph idx="7" type="subTitle"/>
          </p:nvPr>
        </p:nvSpPr>
        <p:spPr>
          <a:xfrm>
            <a:off x="2259400" y="2375328"/>
            <a:ext cx="4513200" cy="1977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Olifant learning curve</a:t>
            </a:r>
            <a:endParaRPr sz="1500"/>
          </a:p>
          <a:p>
            <a:pPr indent="-323850" lvl="1" marL="914400" rtl="0" algn="l">
              <a:spcBef>
                <a:spcPts val="0"/>
              </a:spcBef>
              <a:spcAft>
                <a:spcPts val="0"/>
              </a:spcAft>
              <a:buSzPts val="1500"/>
              <a:buChar char="○"/>
            </a:pPr>
            <a:r>
              <a:rPr lang="en" sz="1500"/>
              <a:t>Lots of repeating emoticons/abbreviations</a:t>
            </a:r>
            <a:endParaRPr sz="1500"/>
          </a:p>
          <a:p>
            <a:pPr indent="-323850" lvl="0" marL="457200" rtl="0" algn="l">
              <a:spcBef>
                <a:spcPts val="0"/>
              </a:spcBef>
              <a:spcAft>
                <a:spcPts val="0"/>
              </a:spcAft>
              <a:buSzPts val="1500"/>
              <a:buChar char="●"/>
            </a:pPr>
            <a:r>
              <a:rPr lang="en" sz="1500"/>
              <a:t>Inconsistent spacing in docs made our text very unaligned on Youalign even with Python scripts</a:t>
            </a:r>
            <a:endParaRPr sz="1500"/>
          </a:p>
          <a:p>
            <a:pPr indent="-323850" lvl="0" marL="457200" rtl="0" algn="l">
              <a:spcBef>
                <a:spcPts val="0"/>
              </a:spcBef>
              <a:spcAft>
                <a:spcPts val="0"/>
              </a:spcAft>
              <a:buSzPts val="1500"/>
              <a:buChar char="●"/>
            </a:pPr>
            <a:r>
              <a:rPr lang="en" sz="1500"/>
              <a:t>Manually aligned on Trados (extremely time-consuming)</a:t>
            </a:r>
            <a:endParaRPr sz="1500"/>
          </a:p>
        </p:txBody>
      </p:sp>
      <p:grpSp>
        <p:nvGrpSpPr>
          <p:cNvPr id="746" name="Google Shape;746;p41"/>
          <p:cNvGrpSpPr/>
          <p:nvPr/>
        </p:nvGrpSpPr>
        <p:grpSpPr>
          <a:xfrm>
            <a:off x="323306" y="329465"/>
            <a:ext cx="283859" cy="283859"/>
            <a:chOff x="416300" y="4058211"/>
            <a:chExt cx="621000" cy="621000"/>
          </a:xfrm>
        </p:grpSpPr>
        <p:sp>
          <p:nvSpPr>
            <p:cNvPr id="747" name="Google Shape;747;p41"/>
            <p:cNvSpPr/>
            <p:nvPr/>
          </p:nvSpPr>
          <p:spPr>
            <a:xfrm>
              <a:off x="475400" y="4117311"/>
              <a:ext cx="502800" cy="502800"/>
            </a:xfrm>
            <a:prstGeom prst="roundRect">
              <a:avLst>
                <a:gd fmla="val 15109" name="adj"/>
              </a:avLst>
            </a:prstGeom>
            <a:solidFill>
              <a:schemeClr val="accen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748" name="Google Shape;748;p41"/>
            <p:cNvSpPr/>
            <p:nvPr/>
          </p:nvSpPr>
          <p:spPr>
            <a:xfrm rot="2700000">
              <a:off x="507243" y="4149154"/>
              <a:ext cx="439113" cy="439113"/>
            </a:xfrm>
            <a:prstGeom prst="plus">
              <a:avLst>
                <a:gd fmla="val 42536" name="adj"/>
              </a:avLst>
            </a:prstGeom>
            <a:solidFill>
              <a:schemeClr val="l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2"/>
          <p:cNvSpPr txBox="1"/>
          <p:nvPr>
            <p:ph type="title"/>
          </p:nvPr>
        </p:nvSpPr>
        <p:spPr>
          <a:xfrm>
            <a:off x="715125" y="731525"/>
            <a:ext cx="77139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Aligning</a:t>
            </a:r>
            <a:endParaRPr/>
          </a:p>
        </p:txBody>
      </p:sp>
      <p:pic>
        <p:nvPicPr>
          <p:cNvPr id="754" name="Google Shape;754;p42"/>
          <p:cNvPicPr preferRelativeResize="0"/>
          <p:nvPr/>
        </p:nvPicPr>
        <p:blipFill>
          <a:blip r:embed="rId3">
            <a:alphaModFix/>
          </a:blip>
          <a:stretch>
            <a:fillRect/>
          </a:stretch>
        </p:blipFill>
        <p:spPr>
          <a:xfrm>
            <a:off x="1572513" y="1417325"/>
            <a:ext cx="5999124" cy="3421376"/>
          </a:xfrm>
          <a:prstGeom prst="rect">
            <a:avLst/>
          </a:prstGeom>
          <a:noFill/>
          <a:ln>
            <a:noFill/>
          </a:ln>
        </p:spPr>
      </p:pic>
      <p:grpSp>
        <p:nvGrpSpPr>
          <p:cNvPr id="755" name="Google Shape;755;p42"/>
          <p:cNvGrpSpPr/>
          <p:nvPr/>
        </p:nvGrpSpPr>
        <p:grpSpPr>
          <a:xfrm>
            <a:off x="323306" y="329465"/>
            <a:ext cx="283859" cy="283859"/>
            <a:chOff x="416300" y="4058211"/>
            <a:chExt cx="621000" cy="621000"/>
          </a:xfrm>
        </p:grpSpPr>
        <p:sp>
          <p:nvSpPr>
            <p:cNvPr id="756" name="Google Shape;756;p42"/>
            <p:cNvSpPr/>
            <p:nvPr/>
          </p:nvSpPr>
          <p:spPr>
            <a:xfrm>
              <a:off x="475400" y="4117311"/>
              <a:ext cx="502800" cy="502800"/>
            </a:xfrm>
            <a:prstGeom prst="roundRect">
              <a:avLst>
                <a:gd fmla="val 15109" name="adj"/>
              </a:avLst>
            </a:prstGeom>
            <a:solidFill>
              <a:schemeClr val="accen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757" name="Google Shape;757;p42"/>
            <p:cNvSpPr/>
            <p:nvPr/>
          </p:nvSpPr>
          <p:spPr>
            <a:xfrm rot="2700000">
              <a:off x="507243" y="4149154"/>
              <a:ext cx="439113" cy="439113"/>
            </a:xfrm>
            <a:prstGeom prst="plus">
              <a:avLst>
                <a:gd fmla="val 42536" name="adj"/>
              </a:avLst>
            </a:prstGeom>
            <a:solidFill>
              <a:schemeClr val="l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grpSp>
        <p:nvGrpSpPr>
          <p:cNvPr id="762" name="Google Shape;762;p43"/>
          <p:cNvGrpSpPr/>
          <p:nvPr/>
        </p:nvGrpSpPr>
        <p:grpSpPr>
          <a:xfrm>
            <a:off x="2231534" y="1502341"/>
            <a:ext cx="4834067" cy="3249289"/>
            <a:chOff x="4754850" y="1600325"/>
            <a:chExt cx="3771900" cy="1412550"/>
          </a:xfrm>
        </p:grpSpPr>
        <p:sp>
          <p:nvSpPr>
            <p:cNvPr id="763" name="Google Shape;763;p43"/>
            <p:cNvSpPr/>
            <p:nvPr/>
          </p:nvSpPr>
          <p:spPr>
            <a:xfrm>
              <a:off x="4852650" y="1691675"/>
              <a:ext cx="3674100" cy="1321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3"/>
            <p:cNvSpPr/>
            <p:nvPr/>
          </p:nvSpPr>
          <p:spPr>
            <a:xfrm>
              <a:off x="4754850" y="1600325"/>
              <a:ext cx="3674100" cy="13212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5" name="Google Shape;765;p43"/>
            <p:cNvCxnSpPr/>
            <p:nvPr/>
          </p:nvCxnSpPr>
          <p:spPr>
            <a:xfrm>
              <a:off x="4754850" y="1783325"/>
              <a:ext cx="3674400" cy="0"/>
            </a:xfrm>
            <a:prstGeom prst="straightConnector1">
              <a:avLst/>
            </a:prstGeom>
            <a:noFill/>
            <a:ln cap="flat" cmpd="sng" w="28575">
              <a:solidFill>
                <a:schemeClr val="dk1"/>
              </a:solidFill>
              <a:prstDash val="solid"/>
              <a:round/>
              <a:headEnd len="med" w="med" type="none"/>
              <a:tailEnd len="med" w="med" type="none"/>
            </a:ln>
          </p:spPr>
        </p:cxnSp>
      </p:grpSp>
      <p:sp>
        <p:nvSpPr>
          <p:cNvPr id="766" name="Google Shape;766;p43"/>
          <p:cNvSpPr txBox="1"/>
          <p:nvPr>
            <p:ph idx="15" type="title"/>
          </p:nvPr>
        </p:nvSpPr>
        <p:spPr>
          <a:xfrm>
            <a:off x="715650" y="731525"/>
            <a:ext cx="77133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didn’t go well</a:t>
            </a:r>
            <a:endParaRPr/>
          </a:p>
        </p:txBody>
      </p:sp>
      <p:sp>
        <p:nvSpPr>
          <p:cNvPr id="767" name="Google Shape;767;p43"/>
          <p:cNvSpPr txBox="1"/>
          <p:nvPr>
            <p:ph idx="4" type="subTitle"/>
          </p:nvPr>
        </p:nvSpPr>
        <p:spPr>
          <a:xfrm>
            <a:off x="2523750" y="1962150"/>
            <a:ext cx="4096500" cy="640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Time Management</a:t>
            </a:r>
            <a:endParaRPr/>
          </a:p>
        </p:txBody>
      </p:sp>
      <p:sp>
        <p:nvSpPr>
          <p:cNvPr id="768" name="Google Shape;768;p43"/>
          <p:cNvSpPr txBox="1"/>
          <p:nvPr>
            <p:ph idx="14" type="subTitle"/>
          </p:nvPr>
        </p:nvSpPr>
        <p:spPr>
          <a:xfrm>
            <a:off x="2384925" y="2602350"/>
            <a:ext cx="4385100" cy="182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Because of the time limit and unexpected setbacks with collection/alignment we had, we could only complete 6 rounds instead of the initial 8 that we wanted to</a:t>
            </a:r>
            <a:endParaRPr/>
          </a:p>
          <a:p>
            <a:pPr indent="0" lvl="0" marL="0" rtl="0" algn="l">
              <a:spcBef>
                <a:spcPts val="0"/>
              </a:spcBef>
              <a:spcAft>
                <a:spcPts val="0"/>
              </a:spcAft>
              <a:buNone/>
            </a:pPr>
            <a:r>
              <a:rPr lang="en"/>
              <a:t> </a:t>
            </a:r>
            <a:endParaRPr/>
          </a:p>
          <a:p>
            <a:pPr indent="0" lvl="0" marL="0" rtl="0" algn="ctr">
              <a:spcBef>
                <a:spcPts val="0"/>
              </a:spcBef>
              <a:spcAft>
                <a:spcPts val="0"/>
              </a:spcAft>
              <a:buNone/>
            </a:pPr>
            <a:r>
              <a:rPr lang="en"/>
              <a:t>Already super difficult content to translate, so </a:t>
            </a:r>
            <a:r>
              <a:rPr lang="en"/>
              <a:t>definitely</a:t>
            </a:r>
            <a:r>
              <a:rPr lang="en"/>
              <a:t> needed a lot more post-editing rounds to show the improvement we wanted.</a:t>
            </a:r>
            <a:endParaRPr/>
          </a:p>
        </p:txBody>
      </p:sp>
      <p:sp>
        <p:nvSpPr>
          <p:cNvPr id="769" name="Google Shape;769;p43"/>
          <p:cNvSpPr/>
          <p:nvPr/>
        </p:nvSpPr>
        <p:spPr>
          <a:xfrm>
            <a:off x="7971738" y="1225982"/>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3"/>
          <p:cNvSpPr/>
          <p:nvPr/>
        </p:nvSpPr>
        <p:spPr>
          <a:xfrm>
            <a:off x="715100" y="912725"/>
            <a:ext cx="457208" cy="164598"/>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1" name="Google Shape;771;p43"/>
          <p:cNvGrpSpPr/>
          <p:nvPr/>
        </p:nvGrpSpPr>
        <p:grpSpPr>
          <a:xfrm>
            <a:off x="399611" y="274207"/>
            <a:ext cx="315490" cy="296790"/>
            <a:chOff x="463701" y="2217961"/>
            <a:chExt cx="629846" cy="592514"/>
          </a:xfrm>
        </p:grpSpPr>
        <p:sp>
          <p:nvSpPr>
            <p:cNvPr id="772" name="Google Shape;772;p43"/>
            <p:cNvSpPr/>
            <p:nvPr/>
          </p:nvSpPr>
          <p:spPr>
            <a:xfrm>
              <a:off x="463701" y="2307675"/>
              <a:ext cx="502800" cy="502800"/>
            </a:xfrm>
            <a:prstGeom prst="roundRect">
              <a:avLst>
                <a:gd fmla="val 15109" name="adj"/>
              </a:avLst>
            </a:prstGeom>
            <a:solidFill>
              <a:schemeClr val="lt2"/>
            </a:solidFill>
            <a:ln cap="flat" cmpd="sng" w="14300">
              <a:solidFill>
                <a:schemeClr val="dk1"/>
              </a:solidFill>
              <a:prstDash val="solid"/>
              <a:round/>
              <a:headEnd len="sm" w="sm" type="none"/>
              <a:tailEnd len="sm" w="sm" type="none"/>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773" name="Google Shape;773;p43"/>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14300">
              <a:solidFill>
                <a:schemeClr val="dk1"/>
              </a:solidFill>
              <a:prstDash val="solid"/>
              <a:round/>
              <a:headEnd len="sm" w="sm" type="none"/>
              <a:tailEnd len="sm" w="sm" type="none"/>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774" name="Google Shape;774;p43"/>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14300">
              <a:solidFill>
                <a:schemeClr val="dk1"/>
              </a:solidFill>
              <a:prstDash val="solid"/>
              <a:round/>
              <a:headEnd len="sm" w="sm" type="none"/>
              <a:tailEnd len="sm" w="sm" type="none"/>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grpSp>
          <p:nvGrpSpPr>
            <p:cNvPr id="775" name="Google Shape;775;p43"/>
            <p:cNvGrpSpPr/>
            <p:nvPr/>
          </p:nvGrpSpPr>
          <p:grpSpPr>
            <a:xfrm>
              <a:off x="773496" y="2217961"/>
              <a:ext cx="320051" cy="298703"/>
              <a:chOff x="1023863" y="2896525"/>
              <a:chExt cx="240875" cy="219425"/>
            </a:xfrm>
          </p:grpSpPr>
          <p:sp>
            <p:nvSpPr>
              <p:cNvPr id="776" name="Google Shape;776;p43"/>
              <p:cNvSpPr/>
              <p:nvPr/>
            </p:nvSpPr>
            <p:spPr>
              <a:xfrm>
                <a:off x="1023863" y="2896525"/>
                <a:ext cx="240875" cy="219425"/>
              </a:xfrm>
              <a:custGeom>
                <a:rect b="b" l="l" r="r" t="t"/>
                <a:pathLst>
                  <a:path extrusionOk="0" h="8777" w="9635">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cap="flat" cmpd="sng" w="14300">
                <a:solidFill>
                  <a:schemeClr val="dk1"/>
                </a:solidFill>
                <a:prstDash val="solid"/>
                <a:round/>
                <a:headEnd len="sm" w="sm" type="none"/>
                <a:tailEnd len="sm" w="sm" type="none"/>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sp>
            <p:nvSpPr>
              <p:cNvPr id="777" name="Google Shape;777;p43"/>
              <p:cNvSpPr/>
              <p:nvPr/>
            </p:nvSpPr>
            <p:spPr>
              <a:xfrm>
                <a:off x="1111105" y="2959275"/>
                <a:ext cx="54900" cy="93925"/>
              </a:xfrm>
              <a:custGeom>
                <a:rect b="b" l="l" r="r" t="t"/>
                <a:pathLst>
                  <a:path extrusionOk="0" h="3757" w="2196">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anchorCtr="0" anchor="ctr" bIns="45800" lIns="45800" spcFirstLastPara="1" rIns="45800" wrap="square" tIns="45800">
                <a:noAutofit/>
              </a:bodyPr>
              <a:lstStyle/>
              <a:p>
                <a:pPr indent="0" lvl="0" marL="0" rtl="0" algn="l">
                  <a:spcBef>
                    <a:spcPts val="0"/>
                  </a:spcBef>
                  <a:spcAft>
                    <a:spcPts val="0"/>
                  </a:spcAft>
                  <a:buNone/>
                </a:pPr>
                <a:r>
                  <a:t/>
                </a:r>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grpSp>
        <p:nvGrpSpPr>
          <p:cNvPr id="782" name="Google Shape;782;p44"/>
          <p:cNvGrpSpPr/>
          <p:nvPr/>
        </p:nvGrpSpPr>
        <p:grpSpPr>
          <a:xfrm>
            <a:off x="6102151" y="1600325"/>
            <a:ext cx="2418050" cy="2916600"/>
            <a:chOff x="6102151" y="1600325"/>
            <a:chExt cx="2418050" cy="2916600"/>
          </a:xfrm>
        </p:grpSpPr>
        <p:sp>
          <p:nvSpPr>
            <p:cNvPr id="783" name="Google Shape;783;p44"/>
            <p:cNvSpPr/>
            <p:nvPr/>
          </p:nvSpPr>
          <p:spPr>
            <a:xfrm>
              <a:off x="6193101" y="1691825"/>
              <a:ext cx="2327100" cy="282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4" name="Google Shape;784;p44"/>
            <p:cNvGrpSpPr/>
            <p:nvPr/>
          </p:nvGrpSpPr>
          <p:grpSpPr>
            <a:xfrm>
              <a:off x="6102151" y="1600325"/>
              <a:ext cx="2327100" cy="2825100"/>
              <a:chOff x="715400" y="1600325"/>
              <a:chExt cx="2327100" cy="2825100"/>
            </a:xfrm>
          </p:grpSpPr>
          <p:sp>
            <p:nvSpPr>
              <p:cNvPr id="785" name="Google Shape;785;p44"/>
              <p:cNvSpPr/>
              <p:nvPr/>
            </p:nvSpPr>
            <p:spPr>
              <a:xfrm>
                <a:off x="715400" y="1600325"/>
                <a:ext cx="2327100" cy="282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6" name="Google Shape;786;p44"/>
              <p:cNvCxnSpPr/>
              <p:nvPr/>
            </p:nvCxnSpPr>
            <p:spPr>
              <a:xfrm>
                <a:off x="715400" y="1783325"/>
                <a:ext cx="23223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787" name="Google Shape;787;p44"/>
          <p:cNvGrpSpPr/>
          <p:nvPr/>
        </p:nvGrpSpPr>
        <p:grpSpPr>
          <a:xfrm>
            <a:off x="3408500" y="1600325"/>
            <a:ext cx="2418600" cy="2916600"/>
            <a:chOff x="3408500" y="1600325"/>
            <a:chExt cx="2418600" cy="2916600"/>
          </a:xfrm>
        </p:grpSpPr>
        <p:sp>
          <p:nvSpPr>
            <p:cNvPr id="788" name="Google Shape;788;p44"/>
            <p:cNvSpPr/>
            <p:nvPr/>
          </p:nvSpPr>
          <p:spPr>
            <a:xfrm>
              <a:off x="3500000" y="1691825"/>
              <a:ext cx="2327100" cy="282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9" name="Google Shape;789;p44"/>
            <p:cNvGrpSpPr/>
            <p:nvPr/>
          </p:nvGrpSpPr>
          <p:grpSpPr>
            <a:xfrm>
              <a:off x="3408500" y="1600325"/>
              <a:ext cx="2327100" cy="2825100"/>
              <a:chOff x="715400" y="1600325"/>
              <a:chExt cx="2327100" cy="2825100"/>
            </a:xfrm>
          </p:grpSpPr>
          <p:sp>
            <p:nvSpPr>
              <p:cNvPr id="790" name="Google Shape;790;p44"/>
              <p:cNvSpPr/>
              <p:nvPr/>
            </p:nvSpPr>
            <p:spPr>
              <a:xfrm>
                <a:off x="715400" y="1600325"/>
                <a:ext cx="2327100" cy="282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1" name="Google Shape;791;p44"/>
              <p:cNvCxnSpPr/>
              <p:nvPr/>
            </p:nvCxnSpPr>
            <p:spPr>
              <a:xfrm>
                <a:off x="715400" y="1783325"/>
                <a:ext cx="23223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792" name="Google Shape;792;p44"/>
          <p:cNvGrpSpPr/>
          <p:nvPr/>
        </p:nvGrpSpPr>
        <p:grpSpPr>
          <a:xfrm>
            <a:off x="715400" y="1600325"/>
            <a:ext cx="2418600" cy="2916600"/>
            <a:chOff x="715400" y="1600325"/>
            <a:chExt cx="2418600" cy="2916600"/>
          </a:xfrm>
        </p:grpSpPr>
        <p:sp>
          <p:nvSpPr>
            <p:cNvPr id="793" name="Google Shape;793;p44"/>
            <p:cNvSpPr/>
            <p:nvPr/>
          </p:nvSpPr>
          <p:spPr>
            <a:xfrm>
              <a:off x="806900" y="1691825"/>
              <a:ext cx="2327100" cy="2825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44"/>
            <p:cNvGrpSpPr/>
            <p:nvPr/>
          </p:nvGrpSpPr>
          <p:grpSpPr>
            <a:xfrm>
              <a:off x="715400" y="1600325"/>
              <a:ext cx="2327100" cy="2825100"/>
              <a:chOff x="715400" y="1600325"/>
              <a:chExt cx="2327100" cy="2825100"/>
            </a:xfrm>
          </p:grpSpPr>
          <p:sp>
            <p:nvSpPr>
              <p:cNvPr id="795" name="Google Shape;795;p44"/>
              <p:cNvSpPr/>
              <p:nvPr/>
            </p:nvSpPr>
            <p:spPr>
              <a:xfrm>
                <a:off x="715400" y="1600325"/>
                <a:ext cx="2327100" cy="28251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6" name="Google Shape;796;p44"/>
              <p:cNvCxnSpPr/>
              <p:nvPr/>
            </p:nvCxnSpPr>
            <p:spPr>
              <a:xfrm>
                <a:off x="715400" y="1783325"/>
                <a:ext cx="2322300" cy="0"/>
              </a:xfrm>
              <a:prstGeom prst="straightConnector1">
                <a:avLst/>
              </a:prstGeom>
              <a:noFill/>
              <a:ln cap="flat" cmpd="sng" w="28575">
                <a:solidFill>
                  <a:schemeClr val="dk1"/>
                </a:solidFill>
                <a:prstDash val="solid"/>
                <a:round/>
                <a:headEnd len="med" w="med" type="none"/>
                <a:tailEnd len="med" w="med" type="none"/>
              </a:ln>
            </p:spPr>
          </p:cxnSp>
        </p:grpSp>
      </p:grpSp>
      <p:sp>
        <p:nvSpPr>
          <p:cNvPr id="797" name="Google Shape;797;p44"/>
          <p:cNvSpPr txBox="1"/>
          <p:nvPr>
            <p:ph idx="1" type="subTitle"/>
          </p:nvPr>
        </p:nvSpPr>
        <p:spPr>
          <a:xfrm>
            <a:off x="637450" y="2571425"/>
            <a:ext cx="2496600" cy="54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Time Management</a:t>
            </a:r>
            <a:endParaRPr sz="1800"/>
          </a:p>
        </p:txBody>
      </p:sp>
      <p:sp>
        <p:nvSpPr>
          <p:cNvPr id="798" name="Google Shape;798;p44"/>
          <p:cNvSpPr txBox="1"/>
          <p:nvPr>
            <p:ph idx="5" type="subTitle"/>
          </p:nvPr>
        </p:nvSpPr>
        <p:spPr>
          <a:xfrm>
            <a:off x="3474800" y="2571425"/>
            <a:ext cx="2194500" cy="54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300"/>
              <a:t>Tool Mastery</a:t>
            </a:r>
            <a:endParaRPr sz="2300"/>
          </a:p>
        </p:txBody>
      </p:sp>
      <p:sp>
        <p:nvSpPr>
          <p:cNvPr id="799" name="Google Shape;799;p44"/>
          <p:cNvSpPr txBox="1"/>
          <p:nvPr>
            <p:ph idx="6" type="subTitle"/>
          </p:nvPr>
        </p:nvSpPr>
        <p:spPr>
          <a:xfrm>
            <a:off x="6167775" y="2660475"/>
            <a:ext cx="2194500" cy="63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t>Data Collection Practices</a:t>
            </a:r>
            <a:endParaRPr sz="2000"/>
          </a:p>
        </p:txBody>
      </p:sp>
      <p:sp>
        <p:nvSpPr>
          <p:cNvPr id="800" name="Google Shape;800;p44"/>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900"/>
              <a:t>What can we improve on in the future?</a:t>
            </a:r>
            <a:endParaRPr sz="3600"/>
          </a:p>
        </p:txBody>
      </p:sp>
      <p:sp>
        <p:nvSpPr>
          <p:cNvPr id="801" name="Google Shape;801;p44"/>
          <p:cNvSpPr txBox="1"/>
          <p:nvPr>
            <p:ph idx="2" type="subTitle"/>
          </p:nvPr>
        </p:nvSpPr>
        <p:spPr>
          <a:xfrm>
            <a:off x="781700" y="3053825"/>
            <a:ext cx="2194500" cy="131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Use tools like Jira to manage each person’s roles and milestones in the project for better organization</a:t>
            </a:r>
            <a:endParaRPr>
              <a:highlight>
                <a:srgbClr val="FFFF00"/>
              </a:highlight>
            </a:endParaRPr>
          </a:p>
        </p:txBody>
      </p:sp>
      <p:sp>
        <p:nvSpPr>
          <p:cNvPr id="802" name="Google Shape;802;p44"/>
          <p:cNvSpPr txBox="1"/>
          <p:nvPr>
            <p:ph idx="3" type="subTitle"/>
          </p:nvPr>
        </p:nvSpPr>
        <p:spPr>
          <a:xfrm>
            <a:off x="3475075" y="3053825"/>
            <a:ext cx="2194500" cy="118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700"/>
              <a:t>Olifant and Azure required a learning curve → practice makes perfect!</a:t>
            </a:r>
            <a:endParaRPr sz="1700"/>
          </a:p>
        </p:txBody>
      </p:sp>
      <p:sp>
        <p:nvSpPr>
          <p:cNvPr id="803" name="Google Shape;803;p44"/>
          <p:cNvSpPr txBox="1"/>
          <p:nvPr>
            <p:ph idx="4" type="subTitle"/>
          </p:nvPr>
        </p:nvSpPr>
        <p:spPr>
          <a:xfrm>
            <a:off x="6167775" y="3209175"/>
            <a:ext cx="2194500" cy="103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500"/>
              <a:t>Input into an XLS file to make sure everything is aligned from the get-go</a:t>
            </a:r>
            <a:endParaRPr sz="1500"/>
          </a:p>
        </p:txBody>
      </p:sp>
      <p:grpSp>
        <p:nvGrpSpPr>
          <p:cNvPr id="804" name="Google Shape;804;p44"/>
          <p:cNvGrpSpPr/>
          <p:nvPr/>
        </p:nvGrpSpPr>
        <p:grpSpPr>
          <a:xfrm>
            <a:off x="7013577" y="2017301"/>
            <a:ext cx="502899" cy="502899"/>
            <a:chOff x="858700" y="1967475"/>
            <a:chExt cx="605100" cy="605100"/>
          </a:xfrm>
        </p:grpSpPr>
        <p:sp>
          <p:nvSpPr>
            <p:cNvPr id="805" name="Google Shape;805;p44"/>
            <p:cNvSpPr/>
            <p:nvPr/>
          </p:nvSpPr>
          <p:spPr>
            <a:xfrm>
              <a:off x="858700" y="1967475"/>
              <a:ext cx="605100" cy="605100"/>
            </a:xfrm>
            <a:prstGeom prst="roundRect">
              <a:avLst>
                <a:gd fmla="val 15109"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4"/>
            <p:cNvSpPr/>
            <p:nvPr/>
          </p:nvSpPr>
          <p:spPr>
            <a:xfrm>
              <a:off x="932654" y="2075711"/>
              <a:ext cx="457191" cy="388627"/>
            </a:xfrm>
            <a:custGeom>
              <a:rect b="b" l="l" r="r" t="t"/>
              <a:pathLst>
                <a:path extrusionOk="0" h="9051" w="10659">
                  <a:moveTo>
                    <a:pt x="2797" y="1"/>
                  </a:moveTo>
                  <a:cubicBezTo>
                    <a:pt x="2767" y="1"/>
                    <a:pt x="2738" y="1"/>
                    <a:pt x="2708" y="2"/>
                  </a:cubicBezTo>
                  <a:cubicBezTo>
                    <a:pt x="1293" y="27"/>
                    <a:pt x="196" y="1173"/>
                    <a:pt x="196" y="2588"/>
                  </a:cubicBezTo>
                  <a:cubicBezTo>
                    <a:pt x="196" y="2588"/>
                    <a:pt x="1" y="6368"/>
                    <a:pt x="5318" y="9051"/>
                  </a:cubicBezTo>
                  <a:lnTo>
                    <a:pt x="5342" y="9051"/>
                  </a:lnTo>
                  <a:cubicBezTo>
                    <a:pt x="10659" y="6368"/>
                    <a:pt x="10488" y="2588"/>
                    <a:pt x="10488" y="2588"/>
                  </a:cubicBezTo>
                  <a:cubicBezTo>
                    <a:pt x="10488" y="1173"/>
                    <a:pt x="9366" y="27"/>
                    <a:pt x="7976" y="2"/>
                  </a:cubicBezTo>
                  <a:cubicBezTo>
                    <a:pt x="7946" y="1"/>
                    <a:pt x="7916" y="1"/>
                    <a:pt x="7885" y="1"/>
                  </a:cubicBezTo>
                  <a:cubicBezTo>
                    <a:pt x="6512" y="1"/>
                    <a:pt x="5390" y="1081"/>
                    <a:pt x="5342" y="2441"/>
                  </a:cubicBezTo>
                  <a:cubicBezTo>
                    <a:pt x="5270" y="1081"/>
                    <a:pt x="4148" y="1"/>
                    <a:pt x="2797"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 name="Google Shape;807;p44"/>
          <p:cNvGrpSpPr/>
          <p:nvPr/>
        </p:nvGrpSpPr>
        <p:grpSpPr>
          <a:xfrm>
            <a:off x="4320650" y="2017350"/>
            <a:ext cx="502800" cy="502800"/>
            <a:chOff x="7014301" y="2017350"/>
            <a:chExt cx="502800" cy="502800"/>
          </a:xfrm>
        </p:grpSpPr>
        <p:sp>
          <p:nvSpPr>
            <p:cNvPr id="808" name="Google Shape;808;p44"/>
            <p:cNvSpPr/>
            <p:nvPr/>
          </p:nvSpPr>
          <p:spPr>
            <a:xfrm>
              <a:off x="7014301" y="2017350"/>
              <a:ext cx="502800" cy="502800"/>
            </a:xfrm>
            <a:prstGeom prst="roundRect">
              <a:avLst>
                <a:gd fmla="val 15109"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4"/>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0" name="Google Shape;810;p44"/>
          <p:cNvSpPr/>
          <p:nvPr/>
        </p:nvSpPr>
        <p:spPr>
          <a:xfrm>
            <a:off x="8358092" y="776106"/>
            <a:ext cx="457207" cy="59636"/>
          </a:xfrm>
          <a:custGeom>
            <a:rect b="b" l="l" r="r" t="t"/>
            <a:pathLst>
              <a:path extrusionOk="0" h="952" w="8294">
                <a:moveTo>
                  <a:pt x="415" y="0"/>
                </a:moveTo>
                <a:cubicBezTo>
                  <a:pt x="757" y="0"/>
                  <a:pt x="952" y="439"/>
                  <a:pt x="708" y="683"/>
                </a:cubicBezTo>
                <a:cubicBezTo>
                  <a:pt x="440" y="951"/>
                  <a:pt x="1" y="756"/>
                  <a:pt x="25" y="390"/>
                </a:cubicBezTo>
                <a:cubicBezTo>
                  <a:pt x="25" y="171"/>
                  <a:pt x="196" y="0"/>
                  <a:pt x="415" y="0"/>
                </a:cubicBezTo>
                <a:close/>
                <a:moveTo>
                  <a:pt x="7757" y="0"/>
                </a:moveTo>
                <a:cubicBezTo>
                  <a:pt x="8123" y="0"/>
                  <a:pt x="8293" y="439"/>
                  <a:pt x="8025" y="683"/>
                </a:cubicBezTo>
                <a:cubicBezTo>
                  <a:pt x="7781" y="951"/>
                  <a:pt x="7342" y="756"/>
                  <a:pt x="7342" y="415"/>
                </a:cubicBezTo>
                <a:cubicBezTo>
                  <a:pt x="7342" y="195"/>
                  <a:pt x="7537" y="0"/>
                  <a:pt x="7757" y="0"/>
                </a:cubicBezTo>
                <a:close/>
                <a:moveTo>
                  <a:pt x="5928" y="0"/>
                </a:moveTo>
                <a:cubicBezTo>
                  <a:pt x="6293" y="24"/>
                  <a:pt x="6440" y="463"/>
                  <a:pt x="6171" y="707"/>
                </a:cubicBezTo>
                <a:cubicBezTo>
                  <a:pt x="5903" y="951"/>
                  <a:pt x="5488" y="756"/>
                  <a:pt x="5513" y="390"/>
                </a:cubicBezTo>
                <a:cubicBezTo>
                  <a:pt x="5513" y="171"/>
                  <a:pt x="5684" y="0"/>
                  <a:pt x="5903" y="0"/>
                </a:cubicBezTo>
                <a:close/>
                <a:moveTo>
                  <a:pt x="4098" y="0"/>
                </a:moveTo>
                <a:cubicBezTo>
                  <a:pt x="4464" y="24"/>
                  <a:pt x="4610" y="463"/>
                  <a:pt x="4342" y="707"/>
                </a:cubicBezTo>
                <a:cubicBezTo>
                  <a:pt x="4074" y="951"/>
                  <a:pt x="3659" y="756"/>
                  <a:pt x="3684" y="390"/>
                </a:cubicBezTo>
                <a:cubicBezTo>
                  <a:pt x="3684" y="171"/>
                  <a:pt x="3854" y="0"/>
                  <a:pt x="4074" y="0"/>
                </a:cubicBezTo>
                <a:close/>
                <a:moveTo>
                  <a:pt x="2269" y="0"/>
                </a:moveTo>
                <a:cubicBezTo>
                  <a:pt x="2635" y="24"/>
                  <a:pt x="2781" y="463"/>
                  <a:pt x="2513" y="707"/>
                </a:cubicBezTo>
                <a:cubicBezTo>
                  <a:pt x="2245" y="951"/>
                  <a:pt x="1830" y="756"/>
                  <a:pt x="1854" y="390"/>
                </a:cubicBezTo>
                <a:cubicBezTo>
                  <a:pt x="1854" y="171"/>
                  <a:pt x="2025" y="0"/>
                  <a:pt x="22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4"/>
          <p:cNvSpPr/>
          <p:nvPr/>
        </p:nvSpPr>
        <p:spPr>
          <a:xfrm>
            <a:off x="781710" y="1347850"/>
            <a:ext cx="457208" cy="164590"/>
          </a:xfrm>
          <a:custGeom>
            <a:rect b="b" l="l" r="r" t="t"/>
            <a:pathLst>
              <a:path extrusionOk="0" h="3025" w="7903">
                <a:moveTo>
                  <a:pt x="2025" y="2829"/>
                </a:moveTo>
                <a:cubicBezTo>
                  <a:pt x="1829" y="3024"/>
                  <a:pt x="1537" y="2732"/>
                  <a:pt x="1732" y="2537"/>
                </a:cubicBezTo>
                <a:lnTo>
                  <a:pt x="2756" y="1537"/>
                </a:lnTo>
                <a:lnTo>
                  <a:pt x="1732" y="512"/>
                </a:lnTo>
                <a:cubicBezTo>
                  <a:pt x="1537" y="317"/>
                  <a:pt x="1829" y="49"/>
                  <a:pt x="2025" y="220"/>
                </a:cubicBezTo>
                <a:lnTo>
                  <a:pt x="3171" y="1390"/>
                </a:lnTo>
                <a:cubicBezTo>
                  <a:pt x="3244" y="1463"/>
                  <a:pt x="3244" y="1585"/>
                  <a:pt x="3171" y="1683"/>
                </a:cubicBezTo>
                <a:close/>
                <a:moveTo>
                  <a:pt x="195" y="512"/>
                </a:moveTo>
                <a:lnTo>
                  <a:pt x="1195" y="1512"/>
                </a:lnTo>
                <a:lnTo>
                  <a:pt x="195" y="2537"/>
                </a:lnTo>
                <a:cubicBezTo>
                  <a:pt x="0" y="2732"/>
                  <a:pt x="269" y="3000"/>
                  <a:pt x="464" y="2805"/>
                </a:cubicBezTo>
                <a:lnTo>
                  <a:pt x="1610" y="1659"/>
                </a:lnTo>
                <a:cubicBezTo>
                  <a:pt x="1708" y="1585"/>
                  <a:pt x="1708" y="1463"/>
                  <a:pt x="1610" y="1366"/>
                </a:cubicBezTo>
                <a:lnTo>
                  <a:pt x="464" y="220"/>
                </a:lnTo>
                <a:cubicBezTo>
                  <a:pt x="269" y="25"/>
                  <a:pt x="0" y="317"/>
                  <a:pt x="195" y="512"/>
                </a:cubicBezTo>
                <a:close/>
                <a:moveTo>
                  <a:pt x="6659" y="2829"/>
                </a:moveTo>
                <a:cubicBezTo>
                  <a:pt x="6464" y="3024"/>
                  <a:pt x="6195" y="2732"/>
                  <a:pt x="6366" y="2537"/>
                </a:cubicBezTo>
                <a:lnTo>
                  <a:pt x="7390" y="1537"/>
                </a:lnTo>
                <a:lnTo>
                  <a:pt x="6366" y="512"/>
                </a:lnTo>
                <a:cubicBezTo>
                  <a:pt x="6195" y="317"/>
                  <a:pt x="6464" y="49"/>
                  <a:pt x="6659" y="220"/>
                </a:cubicBezTo>
                <a:lnTo>
                  <a:pt x="7805" y="1390"/>
                </a:lnTo>
                <a:cubicBezTo>
                  <a:pt x="7903" y="1463"/>
                  <a:pt x="7903" y="1585"/>
                  <a:pt x="7805" y="1683"/>
                </a:cubicBezTo>
                <a:close/>
                <a:moveTo>
                  <a:pt x="5122" y="2829"/>
                </a:moveTo>
                <a:lnTo>
                  <a:pt x="6268" y="1683"/>
                </a:lnTo>
                <a:cubicBezTo>
                  <a:pt x="6342" y="1585"/>
                  <a:pt x="6342" y="1463"/>
                  <a:pt x="6268" y="1390"/>
                </a:cubicBezTo>
                <a:lnTo>
                  <a:pt x="5122" y="220"/>
                </a:lnTo>
                <a:cubicBezTo>
                  <a:pt x="4927" y="73"/>
                  <a:pt x="4659" y="317"/>
                  <a:pt x="4829" y="512"/>
                </a:cubicBezTo>
                <a:lnTo>
                  <a:pt x="5854" y="1537"/>
                </a:lnTo>
                <a:lnTo>
                  <a:pt x="4829" y="2537"/>
                </a:lnTo>
                <a:cubicBezTo>
                  <a:pt x="4634" y="2732"/>
                  <a:pt x="4927" y="3024"/>
                  <a:pt x="5122" y="2829"/>
                </a:cubicBezTo>
                <a:close/>
                <a:moveTo>
                  <a:pt x="3561" y="2829"/>
                </a:moveTo>
                <a:lnTo>
                  <a:pt x="4707" y="1683"/>
                </a:lnTo>
                <a:cubicBezTo>
                  <a:pt x="4805" y="1585"/>
                  <a:pt x="4805" y="1463"/>
                  <a:pt x="4707" y="1390"/>
                </a:cubicBezTo>
                <a:lnTo>
                  <a:pt x="3561" y="220"/>
                </a:lnTo>
                <a:cubicBezTo>
                  <a:pt x="3366" y="0"/>
                  <a:pt x="3049" y="317"/>
                  <a:pt x="3268" y="512"/>
                </a:cubicBezTo>
                <a:lnTo>
                  <a:pt x="4293" y="1537"/>
                </a:lnTo>
                <a:lnTo>
                  <a:pt x="3268" y="2537"/>
                </a:lnTo>
                <a:cubicBezTo>
                  <a:pt x="3098" y="2732"/>
                  <a:pt x="3366" y="3024"/>
                  <a:pt x="3561" y="2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2" name="Google Shape;812;p44"/>
          <p:cNvGrpSpPr/>
          <p:nvPr/>
        </p:nvGrpSpPr>
        <p:grpSpPr>
          <a:xfrm>
            <a:off x="1627550" y="2017350"/>
            <a:ext cx="502800" cy="502800"/>
            <a:chOff x="1627550" y="2017350"/>
            <a:chExt cx="502800" cy="502800"/>
          </a:xfrm>
        </p:grpSpPr>
        <p:sp>
          <p:nvSpPr>
            <p:cNvPr id="813" name="Google Shape;813;p44"/>
            <p:cNvSpPr/>
            <p:nvPr/>
          </p:nvSpPr>
          <p:spPr>
            <a:xfrm>
              <a:off x="1627550" y="2017350"/>
              <a:ext cx="502800" cy="502800"/>
            </a:xfrm>
            <a:prstGeom prst="roundRect">
              <a:avLst>
                <a:gd fmla="val 15109" name="adj"/>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4"/>
            <p:cNvSpPr/>
            <p:nvPr/>
          </p:nvSpPr>
          <p:spPr>
            <a:xfrm>
              <a:off x="1718900" y="2108700"/>
              <a:ext cx="320100" cy="320100"/>
            </a:xfrm>
            <a:prstGeom prst="donut">
              <a:avLst>
                <a:gd fmla="val 25000" name="adj"/>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44"/>
          <p:cNvGrpSpPr/>
          <p:nvPr/>
        </p:nvGrpSpPr>
        <p:grpSpPr>
          <a:xfrm>
            <a:off x="1627726" y="2017358"/>
            <a:ext cx="502800" cy="502800"/>
            <a:chOff x="463701" y="2307675"/>
            <a:chExt cx="502800" cy="502800"/>
          </a:xfrm>
        </p:grpSpPr>
        <p:sp>
          <p:nvSpPr>
            <p:cNvPr id="816" name="Google Shape;816;p44"/>
            <p:cNvSpPr/>
            <p:nvPr/>
          </p:nvSpPr>
          <p:spPr>
            <a:xfrm>
              <a:off x="463701" y="2307675"/>
              <a:ext cx="502800" cy="502800"/>
            </a:xfrm>
            <a:prstGeom prst="roundRect">
              <a:avLst>
                <a:gd fmla="val 15109" name="adj"/>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4"/>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4"/>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 name="Google Shape;819;p44"/>
          <p:cNvGrpSpPr/>
          <p:nvPr/>
        </p:nvGrpSpPr>
        <p:grpSpPr>
          <a:xfrm>
            <a:off x="333923" y="274192"/>
            <a:ext cx="303523" cy="285473"/>
            <a:chOff x="463701" y="2217961"/>
            <a:chExt cx="629846" cy="592514"/>
          </a:xfrm>
        </p:grpSpPr>
        <p:sp>
          <p:nvSpPr>
            <p:cNvPr id="820" name="Google Shape;820;p44"/>
            <p:cNvSpPr/>
            <p:nvPr/>
          </p:nvSpPr>
          <p:spPr>
            <a:xfrm>
              <a:off x="463701" y="2307675"/>
              <a:ext cx="502800" cy="502800"/>
            </a:xfrm>
            <a:prstGeom prst="roundRect">
              <a:avLst>
                <a:gd fmla="val 15109" name="adj"/>
              </a:avLst>
            </a:prstGeom>
            <a:solidFill>
              <a:schemeClr val="lt2"/>
            </a:solidFill>
            <a:ln cap="flat" cmpd="sng" w="13750">
              <a:solidFill>
                <a:schemeClr val="dk1"/>
              </a:solidFill>
              <a:prstDash val="solid"/>
              <a:round/>
              <a:headEnd len="sm" w="sm" type="none"/>
              <a:tailEnd len="sm" w="sm" type="none"/>
            </a:ln>
          </p:spPr>
          <p:txBody>
            <a:bodyPr anchorCtr="0" anchor="ctr" bIns="44050" lIns="44050" spcFirstLastPara="1" rIns="44050" wrap="square" tIns="44050">
              <a:noAutofit/>
            </a:bodyPr>
            <a:lstStyle/>
            <a:p>
              <a:pPr indent="0" lvl="0" marL="0" rtl="0" algn="l">
                <a:spcBef>
                  <a:spcPts val="0"/>
                </a:spcBef>
                <a:spcAft>
                  <a:spcPts val="0"/>
                </a:spcAft>
                <a:buNone/>
              </a:pPr>
              <a:r>
                <a:t/>
              </a:r>
              <a:endParaRPr/>
            </a:p>
          </p:txBody>
        </p:sp>
        <p:sp>
          <p:nvSpPr>
            <p:cNvPr id="821" name="Google Shape;821;p44"/>
            <p:cNvSpPr/>
            <p:nvPr/>
          </p:nvSpPr>
          <p:spPr>
            <a:xfrm>
              <a:off x="545925" y="2446300"/>
              <a:ext cx="338328" cy="225549"/>
            </a:xfrm>
            <a:custGeom>
              <a:rect b="b" l="l" r="r" t="t"/>
              <a:pathLst>
                <a:path extrusionOk="0" h="5806" w="8708">
                  <a:moveTo>
                    <a:pt x="757" y="1"/>
                  </a:moveTo>
                  <a:cubicBezTo>
                    <a:pt x="342" y="1"/>
                    <a:pt x="1" y="342"/>
                    <a:pt x="1" y="757"/>
                  </a:cubicBezTo>
                  <a:lnTo>
                    <a:pt x="1" y="5049"/>
                  </a:lnTo>
                  <a:cubicBezTo>
                    <a:pt x="1" y="5464"/>
                    <a:pt x="342" y="5806"/>
                    <a:pt x="757" y="5806"/>
                  </a:cubicBezTo>
                  <a:lnTo>
                    <a:pt x="7952" y="5806"/>
                  </a:lnTo>
                  <a:cubicBezTo>
                    <a:pt x="8366" y="5806"/>
                    <a:pt x="8708" y="5464"/>
                    <a:pt x="8708" y="5049"/>
                  </a:cubicBezTo>
                  <a:lnTo>
                    <a:pt x="8708" y="757"/>
                  </a:lnTo>
                  <a:cubicBezTo>
                    <a:pt x="8708" y="342"/>
                    <a:pt x="8366" y="1"/>
                    <a:pt x="7952" y="1"/>
                  </a:cubicBezTo>
                  <a:close/>
                </a:path>
              </a:pathLst>
            </a:custGeom>
            <a:solidFill>
              <a:schemeClr val="accent1"/>
            </a:solidFill>
            <a:ln cap="flat" cmpd="sng" w="13750">
              <a:solidFill>
                <a:schemeClr val="dk1"/>
              </a:solidFill>
              <a:prstDash val="solid"/>
              <a:round/>
              <a:headEnd len="sm" w="sm" type="none"/>
              <a:tailEnd len="sm" w="sm" type="none"/>
            </a:ln>
          </p:spPr>
          <p:txBody>
            <a:bodyPr anchorCtr="0" anchor="ctr" bIns="44050" lIns="44050" spcFirstLastPara="1" rIns="44050" wrap="square" tIns="44050">
              <a:noAutofit/>
            </a:bodyPr>
            <a:lstStyle/>
            <a:p>
              <a:pPr indent="0" lvl="0" marL="0" rtl="0" algn="l">
                <a:spcBef>
                  <a:spcPts val="0"/>
                </a:spcBef>
                <a:spcAft>
                  <a:spcPts val="0"/>
                </a:spcAft>
                <a:buNone/>
              </a:pPr>
              <a:r>
                <a:t/>
              </a:r>
              <a:endParaRPr/>
            </a:p>
          </p:txBody>
        </p:sp>
        <p:sp>
          <p:nvSpPr>
            <p:cNvPr id="822" name="Google Shape;822;p44"/>
            <p:cNvSpPr/>
            <p:nvPr/>
          </p:nvSpPr>
          <p:spPr>
            <a:xfrm>
              <a:off x="555887" y="2446307"/>
              <a:ext cx="318435" cy="106170"/>
            </a:xfrm>
            <a:custGeom>
              <a:rect b="b" l="l" r="r" t="t"/>
              <a:pathLst>
                <a:path extrusionOk="0" h="2733" w="8196">
                  <a:moveTo>
                    <a:pt x="1" y="1"/>
                  </a:moveTo>
                  <a:lnTo>
                    <a:pt x="3659" y="2586"/>
                  </a:lnTo>
                  <a:cubicBezTo>
                    <a:pt x="3794" y="2684"/>
                    <a:pt x="3946" y="2733"/>
                    <a:pt x="4098" y="2733"/>
                  </a:cubicBezTo>
                  <a:cubicBezTo>
                    <a:pt x="4251" y="2733"/>
                    <a:pt x="4403" y="2684"/>
                    <a:pt x="4537" y="2586"/>
                  </a:cubicBezTo>
                  <a:lnTo>
                    <a:pt x="8196" y="1"/>
                  </a:lnTo>
                  <a:close/>
                </a:path>
              </a:pathLst>
            </a:custGeom>
            <a:solidFill>
              <a:schemeClr val="accent1"/>
            </a:solidFill>
            <a:ln cap="flat" cmpd="sng" w="13750">
              <a:solidFill>
                <a:schemeClr val="dk1"/>
              </a:solidFill>
              <a:prstDash val="solid"/>
              <a:round/>
              <a:headEnd len="sm" w="sm" type="none"/>
              <a:tailEnd len="sm" w="sm" type="none"/>
            </a:ln>
          </p:spPr>
          <p:txBody>
            <a:bodyPr anchorCtr="0" anchor="ctr" bIns="44050" lIns="44050" spcFirstLastPara="1" rIns="44050" wrap="square" tIns="44050">
              <a:noAutofit/>
            </a:bodyPr>
            <a:lstStyle/>
            <a:p>
              <a:pPr indent="0" lvl="0" marL="0" rtl="0" algn="l">
                <a:spcBef>
                  <a:spcPts val="0"/>
                </a:spcBef>
                <a:spcAft>
                  <a:spcPts val="0"/>
                </a:spcAft>
                <a:buNone/>
              </a:pPr>
              <a:r>
                <a:t/>
              </a:r>
              <a:endParaRPr/>
            </a:p>
          </p:txBody>
        </p:sp>
        <p:grpSp>
          <p:nvGrpSpPr>
            <p:cNvPr id="823" name="Google Shape;823;p44"/>
            <p:cNvGrpSpPr/>
            <p:nvPr/>
          </p:nvGrpSpPr>
          <p:grpSpPr>
            <a:xfrm>
              <a:off x="773496" y="2217961"/>
              <a:ext cx="320051" cy="298703"/>
              <a:chOff x="1023863" y="2896525"/>
              <a:chExt cx="240875" cy="219425"/>
            </a:xfrm>
          </p:grpSpPr>
          <p:sp>
            <p:nvSpPr>
              <p:cNvPr id="824" name="Google Shape;824;p44"/>
              <p:cNvSpPr/>
              <p:nvPr/>
            </p:nvSpPr>
            <p:spPr>
              <a:xfrm>
                <a:off x="1023863" y="2896525"/>
                <a:ext cx="240875" cy="219425"/>
              </a:xfrm>
              <a:custGeom>
                <a:rect b="b" l="l" r="r" t="t"/>
                <a:pathLst>
                  <a:path extrusionOk="0" h="8777" w="9635">
                    <a:moveTo>
                      <a:pt x="4811" y="1"/>
                    </a:moveTo>
                    <a:cubicBezTo>
                      <a:pt x="2818" y="1"/>
                      <a:pt x="1017" y="1364"/>
                      <a:pt x="537" y="3389"/>
                    </a:cubicBezTo>
                    <a:cubicBezTo>
                      <a:pt x="0" y="5754"/>
                      <a:pt x="1464" y="8096"/>
                      <a:pt x="3805" y="8657"/>
                    </a:cubicBezTo>
                    <a:cubicBezTo>
                      <a:pt x="4147" y="8738"/>
                      <a:pt x="4488" y="8776"/>
                      <a:pt x="4824" y="8776"/>
                    </a:cubicBezTo>
                    <a:cubicBezTo>
                      <a:pt x="6816" y="8776"/>
                      <a:pt x="8614" y="7413"/>
                      <a:pt x="9073" y="5388"/>
                    </a:cubicBezTo>
                    <a:cubicBezTo>
                      <a:pt x="9634" y="3047"/>
                      <a:pt x="8171" y="681"/>
                      <a:pt x="5830" y="120"/>
                    </a:cubicBezTo>
                    <a:cubicBezTo>
                      <a:pt x="5488" y="39"/>
                      <a:pt x="5147" y="1"/>
                      <a:pt x="4811" y="1"/>
                    </a:cubicBezTo>
                    <a:close/>
                  </a:path>
                </a:pathLst>
              </a:custGeom>
              <a:solidFill>
                <a:schemeClr val="accent3"/>
              </a:solidFill>
              <a:ln cap="flat" cmpd="sng" w="13750">
                <a:solidFill>
                  <a:schemeClr val="dk1"/>
                </a:solidFill>
                <a:prstDash val="solid"/>
                <a:round/>
                <a:headEnd len="sm" w="sm" type="none"/>
                <a:tailEnd len="sm" w="sm" type="none"/>
              </a:ln>
            </p:spPr>
            <p:txBody>
              <a:bodyPr anchorCtr="0" anchor="ctr" bIns="44050" lIns="44050" spcFirstLastPara="1" rIns="44050" wrap="square" tIns="44050">
                <a:noAutofit/>
              </a:bodyPr>
              <a:lstStyle/>
              <a:p>
                <a:pPr indent="0" lvl="0" marL="0" rtl="0" algn="l">
                  <a:spcBef>
                    <a:spcPts val="0"/>
                  </a:spcBef>
                  <a:spcAft>
                    <a:spcPts val="0"/>
                  </a:spcAft>
                  <a:buNone/>
                </a:pPr>
                <a:r>
                  <a:t/>
                </a:r>
                <a:endParaRPr/>
              </a:p>
            </p:txBody>
          </p:sp>
          <p:sp>
            <p:nvSpPr>
              <p:cNvPr id="825" name="Google Shape;825;p44"/>
              <p:cNvSpPr/>
              <p:nvPr/>
            </p:nvSpPr>
            <p:spPr>
              <a:xfrm>
                <a:off x="1111105" y="2959275"/>
                <a:ext cx="54900" cy="93925"/>
              </a:xfrm>
              <a:custGeom>
                <a:rect b="b" l="l" r="r" t="t"/>
                <a:pathLst>
                  <a:path extrusionOk="0" h="3757" w="2196">
                    <a:moveTo>
                      <a:pt x="1268" y="0"/>
                    </a:moveTo>
                    <a:lnTo>
                      <a:pt x="0" y="1049"/>
                    </a:lnTo>
                    <a:lnTo>
                      <a:pt x="512" y="1708"/>
                    </a:lnTo>
                    <a:lnTo>
                      <a:pt x="951" y="1342"/>
                    </a:lnTo>
                    <a:cubicBezTo>
                      <a:pt x="1024" y="1269"/>
                      <a:pt x="1098" y="1195"/>
                      <a:pt x="1171" y="1098"/>
                    </a:cubicBezTo>
                    <a:lnTo>
                      <a:pt x="1171" y="1756"/>
                    </a:lnTo>
                    <a:lnTo>
                      <a:pt x="1171" y="3756"/>
                    </a:lnTo>
                    <a:lnTo>
                      <a:pt x="2195" y="3756"/>
                    </a:lnTo>
                    <a:lnTo>
                      <a:pt x="2195" y="0"/>
                    </a:lnTo>
                    <a:close/>
                  </a:path>
                </a:pathLst>
              </a:custGeom>
              <a:solidFill>
                <a:schemeClr val="dk1"/>
              </a:solidFill>
              <a:ln>
                <a:noFill/>
              </a:ln>
            </p:spPr>
            <p:txBody>
              <a:bodyPr anchorCtr="0" anchor="ctr" bIns="44050" lIns="44050" spcFirstLastPara="1" rIns="44050" wrap="square" tIns="44050">
                <a:noAutofit/>
              </a:bodyPr>
              <a:lstStyle/>
              <a:p>
                <a:pPr indent="0" lvl="0" marL="0" rtl="0" algn="l">
                  <a:spcBef>
                    <a:spcPts val="0"/>
                  </a:spcBef>
                  <a:spcAft>
                    <a:spcPts val="0"/>
                  </a:spcAft>
                  <a:buNone/>
                </a:pPr>
                <a:r>
                  <a:t/>
                </a:r>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5"/>
          <p:cNvSpPr txBox="1"/>
          <p:nvPr>
            <p:ph type="title"/>
          </p:nvPr>
        </p:nvSpPr>
        <p:spPr>
          <a:xfrm>
            <a:off x="713232" y="731520"/>
            <a:ext cx="77175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Did </a:t>
            </a:r>
            <a:r>
              <a:rPr lang="en"/>
              <a:t>w</a:t>
            </a:r>
            <a:r>
              <a:rPr lang="en"/>
              <a:t>e </a:t>
            </a:r>
            <a:r>
              <a:rPr lang="en"/>
              <a:t>m</a:t>
            </a:r>
            <a:r>
              <a:rPr lang="en"/>
              <a:t>eet </a:t>
            </a:r>
            <a:r>
              <a:rPr lang="en"/>
              <a:t>o</a:t>
            </a:r>
            <a:r>
              <a:rPr lang="en"/>
              <a:t>ur </a:t>
            </a:r>
            <a:r>
              <a:rPr lang="en"/>
              <a:t>g</a:t>
            </a:r>
            <a:r>
              <a:rPr lang="en"/>
              <a:t>oals?</a:t>
            </a:r>
            <a:endParaRPr/>
          </a:p>
        </p:txBody>
      </p:sp>
      <p:graphicFrame>
        <p:nvGraphicFramePr>
          <p:cNvPr id="831" name="Google Shape;831;p45"/>
          <p:cNvGraphicFramePr/>
          <p:nvPr/>
        </p:nvGraphicFramePr>
        <p:xfrm>
          <a:off x="952475" y="1417325"/>
          <a:ext cx="3000000" cy="3000000"/>
        </p:xfrm>
        <a:graphic>
          <a:graphicData uri="http://schemas.openxmlformats.org/drawingml/2006/table">
            <a:tbl>
              <a:tblPr>
                <a:noFill/>
                <a:tableStyleId>{76E609B9-CCA6-4CEB-8822-119768F26982}</a:tableStyleId>
              </a:tblPr>
              <a:tblGrid>
                <a:gridCol w="1460500"/>
                <a:gridCol w="2862025"/>
                <a:gridCol w="2916475"/>
              </a:tblGrid>
              <a:tr h="381000">
                <a:tc>
                  <a:txBody>
                    <a:bodyPr/>
                    <a:lstStyle/>
                    <a:p>
                      <a:pPr indent="0" lvl="0" marL="0" rtl="0" algn="l">
                        <a:spcBef>
                          <a:spcPts val="0"/>
                        </a:spcBef>
                        <a:spcAft>
                          <a:spcPts val="0"/>
                        </a:spcAft>
                        <a:buNone/>
                      </a:pPr>
                      <a:r>
                        <a:rPr b="1" lang="en" sz="1500">
                          <a:latin typeface="Rubik"/>
                          <a:ea typeface="Rubik"/>
                          <a:cs typeface="Rubik"/>
                          <a:sym typeface="Rubik"/>
                        </a:rPr>
                        <a:t>Parameter</a:t>
                      </a:r>
                      <a:endParaRPr b="1" sz="1500">
                        <a:latin typeface="Rubik"/>
                        <a:ea typeface="Rubik"/>
                        <a:cs typeface="Rubik"/>
                        <a:sym typeface="Rubik"/>
                      </a:endParaRPr>
                    </a:p>
                  </a:txBody>
                  <a:tcPr marT="91425" marB="91425" marR="91425" marL="91425"/>
                </a:tc>
                <a:tc>
                  <a:txBody>
                    <a:bodyPr/>
                    <a:lstStyle/>
                    <a:p>
                      <a:pPr indent="0" lvl="0" marL="0" rtl="0" algn="l">
                        <a:spcBef>
                          <a:spcPts val="0"/>
                        </a:spcBef>
                        <a:spcAft>
                          <a:spcPts val="0"/>
                        </a:spcAft>
                        <a:buNone/>
                      </a:pPr>
                      <a:r>
                        <a:rPr b="1" lang="en" sz="1500">
                          <a:latin typeface="Rubik"/>
                          <a:ea typeface="Rubik"/>
                          <a:cs typeface="Rubik"/>
                          <a:sym typeface="Rubik"/>
                        </a:rPr>
                        <a:t>Goal</a:t>
                      </a:r>
                      <a:endParaRPr b="1" sz="1500">
                        <a:latin typeface="Rubik"/>
                        <a:ea typeface="Rubik"/>
                        <a:cs typeface="Rubik"/>
                        <a:sym typeface="Rubik"/>
                      </a:endParaRPr>
                    </a:p>
                  </a:txBody>
                  <a:tcPr marT="91425" marB="91425" marR="91425" marL="91425"/>
                </a:tc>
                <a:tc>
                  <a:txBody>
                    <a:bodyPr/>
                    <a:lstStyle/>
                    <a:p>
                      <a:pPr indent="0" lvl="0" marL="0" rtl="0" algn="l">
                        <a:spcBef>
                          <a:spcPts val="0"/>
                        </a:spcBef>
                        <a:spcAft>
                          <a:spcPts val="0"/>
                        </a:spcAft>
                        <a:buNone/>
                      </a:pPr>
                      <a:r>
                        <a:rPr b="1" lang="en" sz="1500">
                          <a:latin typeface="Rubik"/>
                          <a:ea typeface="Rubik"/>
                          <a:cs typeface="Rubik"/>
                          <a:sym typeface="Rubik"/>
                        </a:rPr>
                        <a:t>Result</a:t>
                      </a:r>
                      <a:endParaRPr b="1" sz="1500">
                        <a:latin typeface="Rubik"/>
                        <a:ea typeface="Rubik"/>
                        <a:cs typeface="Rubik"/>
                        <a:sym typeface="Rubik"/>
                      </a:endParaRPr>
                    </a:p>
                  </a:txBody>
                  <a:tcPr marT="91425" marB="91425" marR="91425" marL="91425"/>
                </a:tc>
              </a:tr>
              <a:tr h="381000">
                <a:tc>
                  <a:txBody>
                    <a:bodyPr/>
                    <a:lstStyle/>
                    <a:p>
                      <a:pPr indent="0" lvl="0" marL="0" rtl="0" algn="l">
                        <a:spcBef>
                          <a:spcPts val="0"/>
                        </a:spcBef>
                        <a:spcAft>
                          <a:spcPts val="0"/>
                        </a:spcAft>
                        <a:buNone/>
                      </a:pPr>
                      <a:r>
                        <a:rPr lang="en">
                          <a:latin typeface="Karla"/>
                          <a:ea typeface="Karla"/>
                          <a:cs typeface="Karla"/>
                          <a:sym typeface="Karla"/>
                        </a:rPr>
                        <a:t>Quality</a:t>
                      </a:r>
                      <a:endParaRPr>
                        <a:latin typeface="Karla"/>
                        <a:ea typeface="Karla"/>
                        <a:cs typeface="Karla"/>
                        <a:sym typeface="Karla"/>
                      </a:endParaRPr>
                    </a:p>
                  </a:txBody>
                  <a:tcPr marT="91425" marB="91425" marR="91425" marL="91425"/>
                </a:tc>
                <a:tc>
                  <a:txBody>
                    <a:bodyPr/>
                    <a:lstStyle/>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Meaning fully preserved</a:t>
                      </a:r>
                      <a:endParaRPr>
                        <a:solidFill>
                          <a:schemeClr val="dk1"/>
                        </a:solidFill>
                        <a:latin typeface="Karla"/>
                        <a:ea typeface="Karla"/>
                        <a:cs typeface="Karla"/>
                        <a:sym typeface="Karla"/>
                      </a:endParaRPr>
                    </a:p>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Informal tone/register accurate</a:t>
                      </a:r>
                      <a:endParaRPr>
                        <a:solidFill>
                          <a:schemeClr val="dk1"/>
                        </a:solidFill>
                        <a:latin typeface="Karla"/>
                        <a:ea typeface="Karla"/>
                        <a:cs typeface="Karla"/>
                        <a:sym typeface="Karla"/>
                      </a:endParaRPr>
                    </a:p>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Cultural &amp; fandom terms clear</a:t>
                      </a:r>
                      <a:endParaRPr>
                        <a:solidFill>
                          <a:schemeClr val="dk1"/>
                        </a:solidFill>
                        <a:latin typeface="Karla"/>
                        <a:ea typeface="Karla"/>
                        <a:cs typeface="Karla"/>
                        <a:sym typeface="Karla"/>
                      </a:endParaRPr>
                    </a:p>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Light to moderate post editing required</a:t>
                      </a:r>
                      <a:endParaRPr>
                        <a:latin typeface="Karla"/>
                        <a:ea typeface="Karla"/>
                        <a:cs typeface="Karla"/>
                        <a:sym typeface="Karla"/>
                      </a:endParaRPr>
                    </a:p>
                  </a:txBody>
                  <a:tcPr marT="91425" marB="91425" marR="91425" marL="91425"/>
                </a:tc>
                <a:tc>
                  <a:txBody>
                    <a:bodyPr/>
                    <a:lstStyle/>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Meaning mostly preserved</a:t>
                      </a:r>
                      <a:endParaRPr>
                        <a:solidFill>
                          <a:schemeClr val="dk1"/>
                        </a:solidFill>
                        <a:latin typeface="Karla"/>
                        <a:ea typeface="Karla"/>
                        <a:cs typeface="Karla"/>
                        <a:sym typeface="Karla"/>
                      </a:endParaRPr>
                    </a:p>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Informal tone/register sometimes accurate</a:t>
                      </a:r>
                      <a:endParaRPr>
                        <a:solidFill>
                          <a:schemeClr val="dk1"/>
                        </a:solidFill>
                        <a:latin typeface="Karla"/>
                        <a:ea typeface="Karla"/>
                        <a:cs typeface="Karla"/>
                        <a:sym typeface="Karla"/>
                      </a:endParaRPr>
                    </a:p>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Cultural &amp; fandom terms clear</a:t>
                      </a:r>
                      <a:endParaRPr>
                        <a:solidFill>
                          <a:schemeClr val="dk1"/>
                        </a:solidFill>
                        <a:latin typeface="Karla"/>
                        <a:ea typeface="Karla"/>
                        <a:cs typeface="Karla"/>
                        <a:sym typeface="Karla"/>
                      </a:endParaRPr>
                    </a:p>
                    <a:p>
                      <a:pPr indent="-317500" lvl="0" marL="457200" rtl="0" algn="l">
                        <a:lnSpc>
                          <a:spcPct val="115000"/>
                        </a:lnSpc>
                        <a:spcBef>
                          <a:spcPts val="0"/>
                        </a:spcBef>
                        <a:spcAft>
                          <a:spcPts val="0"/>
                        </a:spcAft>
                        <a:buClr>
                          <a:schemeClr val="dk1"/>
                        </a:buClr>
                        <a:buSzPts val="1400"/>
                        <a:buFont typeface="Karla"/>
                        <a:buChar char="●"/>
                      </a:pPr>
                      <a:r>
                        <a:rPr lang="en">
                          <a:solidFill>
                            <a:schemeClr val="dk1"/>
                          </a:solidFill>
                          <a:latin typeface="Karla"/>
                          <a:ea typeface="Karla"/>
                          <a:cs typeface="Karla"/>
                          <a:sym typeface="Karla"/>
                        </a:rPr>
                        <a:t>Moderate to heavy post editing required</a:t>
                      </a:r>
                      <a:endParaRPr>
                        <a:latin typeface="Karla"/>
                        <a:ea typeface="Karla"/>
                        <a:cs typeface="Karla"/>
                        <a:sym typeface="Karla"/>
                      </a:endParaRPr>
                    </a:p>
                  </a:txBody>
                  <a:tcPr marT="91425" marB="91425" marR="91425" marL="91425"/>
                </a:tc>
              </a:tr>
              <a:tr h="381000">
                <a:tc>
                  <a:txBody>
                    <a:bodyPr/>
                    <a:lstStyle/>
                    <a:p>
                      <a:pPr indent="0" lvl="0" marL="0" rtl="0" algn="l">
                        <a:spcBef>
                          <a:spcPts val="0"/>
                        </a:spcBef>
                        <a:spcAft>
                          <a:spcPts val="0"/>
                        </a:spcAft>
                        <a:buNone/>
                      </a:pPr>
                      <a:r>
                        <a:rPr lang="en">
                          <a:latin typeface="Karla"/>
                          <a:ea typeface="Karla"/>
                          <a:cs typeface="Karla"/>
                          <a:sym typeface="Karla"/>
                        </a:rPr>
                        <a:t>Timing</a:t>
                      </a:r>
                      <a:endParaRPr>
                        <a:latin typeface="Karla"/>
                        <a:ea typeface="Karla"/>
                        <a:cs typeface="Karla"/>
                        <a:sym typeface="Karla"/>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Karla"/>
                          <a:ea typeface="Karla"/>
                          <a:cs typeface="Karla"/>
                          <a:sym typeface="Karla"/>
                        </a:rPr>
                        <a:t>20-30% faster than full HT</a:t>
                      </a:r>
                      <a:endParaRPr>
                        <a:latin typeface="Karla"/>
                        <a:ea typeface="Karla"/>
                        <a:cs typeface="Karla"/>
                        <a:sym typeface="Karla"/>
                      </a:endParaRPr>
                    </a:p>
                  </a:txBody>
                  <a:tcPr marT="91425" marB="91425" marR="91425" marL="91425"/>
                </a:tc>
                <a:tc>
                  <a:txBody>
                    <a:bodyPr/>
                    <a:lstStyle/>
                    <a:p>
                      <a:pPr indent="0" lvl="0" marL="0" rtl="0" algn="l">
                        <a:spcBef>
                          <a:spcPts val="0"/>
                        </a:spcBef>
                        <a:spcAft>
                          <a:spcPts val="0"/>
                        </a:spcAft>
                        <a:buNone/>
                      </a:pPr>
                      <a:r>
                        <a:rPr lang="en">
                          <a:latin typeface="Karla"/>
                          <a:ea typeface="Karla"/>
                          <a:cs typeface="Karla"/>
                          <a:sym typeface="Karla"/>
                        </a:rPr>
                        <a:t>~20% faster than full HT</a:t>
                      </a:r>
                      <a:endParaRPr>
                        <a:latin typeface="Karla"/>
                        <a:ea typeface="Karla"/>
                        <a:cs typeface="Karla"/>
                        <a:sym typeface="Karla"/>
                      </a:endParaRPr>
                    </a:p>
                  </a:txBody>
                  <a:tcPr marT="91425" marB="91425" marR="91425" marL="91425"/>
                </a:tc>
              </a:tr>
              <a:tr h="381000">
                <a:tc>
                  <a:txBody>
                    <a:bodyPr/>
                    <a:lstStyle/>
                    <a:p>
                      <a:pPr indent="0" lvl="0" marL="0" rtl="0" algn="l">
                        <a:spcBef>
                          <a:spcPts val="0"/>
                        </a:spcBef>
                        <a:spcAft>
                          <a:spcPts val="0"/>
                        </a:spcAft>
                        <a:buNone/>
                      </a:pPr>
                      <a:r>
                        <a:rPr lang="en">
                          <a:latin typeface="Karla"/>
                          <a:ea typeface="Karla"/>
                          <a:cs typeface="Karla"/>
                          <a:sym typeface="Karla"/>
                        </a:rPr>
                        <a:t>Pricing</a:t>
                      </a:r>
                      <a:endParaRPr>
                        <a:latin typeface="Karla"/>
                        <a:ea typeface="Karla"/>
                        <a:cs typeface="Karla"/>
                        <a:sym typeface="Karla"/>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Karla"/>
                          <a:ea typeface="Karla"/>
                          <a:cs typeface="Karla"/>
                          <a:sym typeface="Karla"/>
                        </a:rPr>
                        <a:t>PEMT 20-30% savings over HT</a:t>
                      </a:r>
                      <a:endParaRPr>
                        <a:latin typeface="Karla"/>
                        <a:ea typeface="Karla"/>
                        <a:cs typeface="Karla"/>
                        <a:sym typeface="Karla"/>
                      </a:endParaRPr>
                    </a:p>
                  </a:txBody>
                  <a:tcPr marT="91425" marB="91425" marR="91425" marL="91425"/>
                </a:tc>
                <a:tc>
                  <a:txBody>
                    <a:bodyPr/>
                    <a:lstStyle/>
                    <a:p>
                      <a:pPr indent="0" lvl="0" marL="0" rtl="0" algn="l">
                        <a:spcBef>
                          <a:spcPts val="0"/>
                        </a:spcBef>
                        <a:spcAft>
                          <a:spcPts val="0"/>
                        </a:spcAft>
                        <a:buNone/>
                      </a:pPr>
                      <a:r>
                        <a:rPr lang="en">
                          <a:latin typeface="Karla"/>
                          <a:ea typeface="Karla"/>
                          <a:cs typeface="Karla"/>
                          <a:sym typeface="Karla"/>
                        </a:rPr>
                        <a:t>~40% savings over HT</a:t>
                      </a:r>
                      <a:endParaRPr>
                        <a:latin typeface="Karla"/>
                        <a:ea typeface="Karla"/>
                        <a:cs typeface="Karla"/>
                        <a:sym typeface="Karla"/>
                      </a:endParaRPr>
                    </a:p>
                  </a:txBody>
                  <a:tcPr marT="91425" marB="91425" marR="91425" marL="91425"/>
                </a:tc>
              </a:tr>
            </a:tbl>
          </a:graphicData>
        </a:graphic>
      </p:graphicFrame>
      <p:grpSp>
        <p:nvGrpSpPr>
          <p:cNvPr id="832" name="Google Shape;832;p45"/>
          <p:cNvGrpSpPr/>
          <p:nvPr/>
        </p:nvGrpSpPr>
        <p:grpSpPr>
          <a:xfrm>
            <a:off x="374342" y="319034"/>
            <a:ext cx="264774" cy="264774"/>
            <a:chOff x="7014301" y="2017350"/>
            <a:chExt cx="502800" cy="502800"/>
          </a:xfrm>
        </p:grpSpPr>
        <p:sp>
          <p:nvSpPr>
            <p:cNvPr id="833" name="Google Shape;833;p45"/>
            <p:cNvSpPr/>
            <p:nvPr/>
          </p:nvSpPr>
          <p:spPr>
            <a:xfrm>
              <a:off x="7014301" y="2017350"/>
              <a:ext cx="502800" cy="502800"/>
            </a:xfrm>
            <a:prstGeom prst="roundRect">
              <a:avLst>
                <a:gd fmla="val 15109" name="adj"/>
              </a:avLst>
            </a:prstGeom>
            <a:solidFill>
              <a:schemeClr val="accent1"/>
            </a:solidFill>
            <a:ln cap="flat" cmpd="sng" w="15050">
              <a:solidFill>
                <a:schemeClr val="dk1"/>
              </a:solidFill>
              <a:prstDash val="solid"/>
              <a:round/>
              <a:headEnd len="sm" w="sm" type="none"/>
              <a:tailEnd len="sm" w="sm" type="none"/>
            </a:ln>
          </p:spPr>
          <p:txBody>
            <a:bodyPr anchorCtr="0" anchor="ctr" bIns="48150" lIns="48150" spcFirstLastPara="1" rIns="48150" wrap="square" tIns="48150">
              <a:noAutofit/>
            </a:bodyPr>
            <a:lstStyle/>
            <a:p>
              <a:pPr indent="0" lvl="0" marL="0" rtl="0" algn="l">
                <a:spcBef>
                  <a:spcPts val="0"/>
                </a:spcBef>
                <a:spcAft>
                  <a:spcPts val="0"/>
                </a:spcAft>
                <a:buNone/>
              </a:pPr>
              <a:r>
                <a:t/>
              </a:r>
              <a:endParaRPr/>
            </a:p>
          </p:txBody>
        </p:sp>
        <p:sp>
          <p:nvSpPr>
            <p:cNvPr id="834" name="Google Shape;834;p45"/>
            <p:cNvSpPr/>
            <p:nvPr/>
          </p:nvSpPr>
          <p:spPr>
            <a:xfrm>
              <a:off x="7095012" y="2108734"/>
              <a:ext cx="341378" cy="320032"/>
            </a:xfrm>
            <a:custGeom>
              <a:rect b="b" l="l" r="r" t="t"/>
              <a:pathLst>
                <a:path extrusionOk="0" h="9925" w="10634">
                  <a:moveTo>
                    <a:pt x="5308" y="0"/>
                  </a:moveTo>
                  <a:cubicBezTo>
                    <a:pt x="5171" y="0"/>
                    <a:pt x="5037" y="73"/>
                    <a:pt x="4976" y="220"/>
                  </a:cubicBezTo>
                  <a:lnTo>
                    <a:pt x="3659" y="2878"/>
                  </a:lnTo>
                  <a:cubicBezTo>
                    <a:pt x="3585" y="3000"/>
                    <a:pt x="3488" y="3073"/>
                    <a:pt x="3366" y="3073"/>
                  </a:cubicBezTo>
                  <a:lnTo>
                    <a:pt x="415" y="3512"/>
                  </a:lnTo>
                  <a:cubicBezTo>
                    <a:pt x="122" y="3561"/>
                    <a:pt x="0" y="3927"/>
                    <a:pt x="220" y="4147"/>
                  </a:cubicBezTo>
                  <a:lnTo>
                    <a:pt x="2341" y="6220"/>
                  </a:lnTo>
                  <a:cubicBezTo>
                    <a:pt x="2439" y="6317"/>
                    <a:pt x="2488" y="6439"/>
                    <a:pt x="2463" y="6561"/>
                  </a:cubicBezTo>
                  <a:lnTo>
                    <a:pt x="1951" y="9488"/>
                  </a:lnTo>
                  <a:cubicBezTo>
                    <a:pt x="1913" y="9736"/>
                    <a:pt x="2099" y="9924"/>
                    <a:pt x="2322" y="9924"/>
                  </a:cubicBezTo>
                  <a:cubicBezTo>
                    <a:pt x="2384" y="9924"/>
                    <a:pt x="2449" y="9910"/>
                    <a:pt x="2512" y="9878"/>
                  </a:cubicBezTo>
                  <a:lnTo>
                    <a:pt x="5122" y="8512"/>
                  </a:lnTo>
                  <a:cubicBezTo>
                    <a:pt x="5183" y="8476"/>
                    <a:pt x="5244" y="8457"/>
                    <a:pt x="5305" y="8457"/>
                  </a:cubicBezTo>
                  <a:cubicBezTo>
                    <a:pt x="5366" y="8457"/>
                    <a:pt x="5427" y="8476"/>
                    <a:pt x="5488" y="8512"/>
                  </a:cubicBezTo>
                  <a:lnTo>
                    <a:pt x="8122" y="9878"/>
                  </a:lnTo>
                  <a:cubicBezTo>
                    <a:pt x="8180" y="9910"/>
                    <a:pt x="8241" y="9924"/>
                    <a:pt x="8299" y="9924"/>
                  </a:cubicBezTo>
                  <a:cubicBezTo>
                    <a:pt x="8511" y="9924"/>
                    <a:pt x="8697" y="9736"/>
                    <a:pt x="8658" y="9488"/>
                  </a:cubicBezTo>
                  <a:lnTo>
                    <a:pt x="8146" y="6561"/>
                  </a:lnTo>
                  <a:cubicBezTo>
                    <a:pt x="8122" y="6439"/>
                    <a:pt x="8171" y="6317"/>
                    <a:pt x="8268" y="6220"/>
                  </a:cubicBezTo>
                  <a:lnTo>
                    <a:pt x="10390" y="4147"/>
                  </a:lnTo>
                  <a:cubicBezTo>
                    <a:pt x="10634" y="3927"/>
                    <a:pt x="10488" y="3561"/>
                    <a:pt x="10195" y="3512"/>
                  </a:cubicBezTo>
                  <a:lnTo>
                    <a:pt x="7244" y="3098"/>
                  </a:lnTo>
                  <a:cubicBezTo>
                    <a:pt x="7122" y="3073"/>
                    <a:pt x="7024" y="3000"/>
                    <a:pt x="6976" y="2878"/>
                  </a:cubicBezTo>
                  <a:lnTo>
                    <a:pt x="5658" y="220"/>
                  </a:lnTo>
                  <a:cubicBezTo>
                    <a:pt x="5585" y="73"/>
                    <a:pt x="5445" y="0"/>
                    <a:pt x="5308" y="0"/>
                  </a:cubicBezTo>
                  <a:close/>
                </a:path>
              </a:pathLst>
            </a:custGeom>
            <a:solidFill>
              <a:schemeClr val="accent3"/>
            </a:solidFill>
            <a:ln cap="flat" cmpd="sng" w="15050">
              <a:solidFill>
                <a:schemeClr val="dk1"/>
              </a:solidFill>
              <a:prstDash val="solid"/>
              <a:round/>
              <a:headEnd len="sm" w="sm" type="none"/>
              <a:tailEnd len="sm" w="sm" type="none"/>
            </a:ln>
          </p:spPr>
          <p:txBody>
            <a:bodyPr anchorCtr="0" anchor="ctr" bIns="48150" lIns="48150" spcFirstLastPara="1" rIns="48150" wrap="square" tIns="48150">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6"/>
          <p:cNvSpPr txBox="1"/>
          <p:nvPr>
            <p:ph type="ctrTitle"/>
          </p:nvPr>
        </p:nvSpPr>
        <p:spPr>
          <a:xfrm>
            <a:off x="1244998" y="1219562"/>
            <a:ext cx="6654000" cy="30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In conclusion:</a:t>
            </a:r>
            <a:endParaRPr sz="2800"/>
          </a:p>
          <a:p>
            <a:pPr indent="0" lvl="0" marL="0" rtl="0" algn="l">
              <a:spcBef>
                <a:spcPts val="0"/>
              </a:spcBef>
              <a:spcAft>
                <a:spcPts val="0"/>
              </a:spcAft>
              <a:buNone/>
            </a:pPr>
            <a:r>
              <a:t/>
            </a:r>
            <a:endParaRPr sz="2800"/>
          </a:p>
          <a:p>
            <a:pPr indent="0" lvl="0" marL="0" rtl="0" algn="l">
              <a:spcBef>
                <a:spcPts val="0"/>
              </a:spcBef>
              <a:spcAft>
                <a:spcPts val="0"/>
              </a:spcAft>
              <a:buNone/>
            </a:pPr>
            <a:r>
              <a:rPr lang="en" sz="2800">
                <a:latin typeface="Karla"/>
                <a:ea typeface="Karla"/>
                <a:cs typeface="Karla"/>
                <a:sym typeface="Karla"/>
              </a:rPr>
              <a:t>While some goals were met, without further training we do </a:t>
            </a:r>
            <a:r>
              <a:rPr b="1" lang="en" sz="2800">
                <a:latin typeface="Karla"/>
                <a:ea typeface="Karla"/>
                <a:cs typeface="Karla"/>
                <a:sym typeface="Karla"/>
              </a:rPr>
              <a:t>NOT </a:t>
            </a:r>
            <a:r>
              <a:rPr lang="en" sz="2800">
                <a:latin typeface="Karla"/>
                <a:ea typeface="Karla"/>
                <a:cs typeface="Karla"/>
                <a:sym typeface="Karla"/>
              </a:rPr>
              <a:t>recommend this project as an MT engine</a:t>
            </a:r>
            <a:endParaRPr sz="2800">
              <a:latin typeface="Karla"/>
              <a:ea typeface="Karla"/>
              <a:cs typeface="Karla"/>
              <a:sym typeface="Karla"/>
            </a:endParaRPr>
          </a:p>
        </p:txBody>
      </p:sp>
      <p:sp>
        <p:nvSpPr>
          <p:cNvPr id="840" name="Google Shape;840;p46"/>
          <p:cNvSpPr txBox="1"/>
          <p:nvPr/>
        </p:nvSpPr>
        <p:spPr>
          <a:xfrm>
            <a:off x="2381250" y="3497025"/>
            <a:ext cx="4503900" cy="666900"/>
          </a:xfrm>
          <a:prstGeom prst="rect">
            <a:avLst/>
          </a:prstGeom>
          <a:solidFill>
            <a:srgbClr val="E1EFF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Karla"/>
              <a:ea typeface="Karla"/>
              <a:cs typeface="Karla"/>
              <a:sym typeface="Karla"/>
            </a:endParaRPr>
          </a:p>
        </p:txBody>
      </p:sp>
      <p:grpSp>
        <p:nvGrpSpPr>
          <p:cNvPr id="841" name="Google Shape;841;p46"/>
          <p:cNvGrpSpPr/>
          <p:nvPr/>
        </p:nvGrpSpPr>
        <p:grpSpPr>
          <a:xfrm>
            <a:off x="961131" y="534990"/>
            <a:ext cx="283859" cy="283859"/>
            <a:chOff x="416300" y="4058211"/>
            <a:chExt cx="621000" cy="621000"/>
          </a:xfrm>
        </p:grpSpPr>
        <p:sp>
          <p:nvSpPr>
            <p:cNvPr id="842" name="Google Shape;842;p46"/>
            <p:cNvSpPr/>
            <p:nvPr/>
          </p:nvSpPr>
          <p:spPr>
            <a:xfrm>
              <a:off x="475400" y="4117311"/>
              <a:ext cx="502800" cy="502800"/>
            </a:xfrm>
            <a:prstGeom prst="roundRect">
              <a:avLst>
                <a:gd fmla="val 15109" name="adj"/>
              </a:avLst>
            </a:prstGeom>
            <a:solidFill>
              <a:schemeClr val="accen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sp>
          <p:nvSpPr>
            <p:cNvPr id="843" name="Google Shape;843;p46"/>
            <p:cNvSpPr/>
            <p:nvPr/>
          </p:nvSpPr>
          <p:spPr>
            <a:xfrm rot="2700000">
              <a:off x="507243" y="4149154"/>
              <a:ext cx="439113" cy="439113"/>
            </a:xfrm>
            <a:prstGeom prst="plus">
              <a:avLst>
                <a:gd fmla="val 42536" name="adj"/>
              </a:avLst>
            </a:prstGeom>
            <a:solidFill>
              <a:schemeClr val="lt2"/>
            </a:solidFill>
            <a:ln cap="flat" cmpd="sng" w="13050">
              <a:solidFill>
                <a:schemeClr val="dk1"/>
              </a:solidFill>
              <a:prstDash val="solid"/>
              <a:round/>
              <a:headEnd len="sm" w="sm" type="none"/>
              <a:tailEnd len="sm" w="sm" type="none"/>
            </a:ln>
          </p:spPr>
          <p:txBody>
            <a:bodyPr anchorCtr="0" anchor="ctr" bIns="41800" lIns="41800" spcFirstLastPara="1" rIns="41800" wrap="square" tIns="41800">
              <a:noAutofit/>
            </a:bodyPr>
            <a:lstStyle/>
            <a:p>
              <a:pPr indent="0" lvl="0" marL="0" rtl="0" algn="l">
                <a:spcBef>
                  <a:spcPts val="0"/>
                </a:spcBef>
                <a:spcAft>
                  <a:spcPts val="0"/>
                </a:spcAft>
                <a:buNone/>
              </a:pPr>
              <a:r>
                <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47"/>
          <p:cNvSpPr txBox="1"/>
          <p:nvPr>
            <p:ph type="ctrTitle"/>
          </p:nvPr>
        </p:nvSpPr>
        <p:spPr>
          <a:xfrm>
            <a:off x="2285980" y="1954345"/>
            <a:ext cx="4572000" cy="91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849" name="Google Shape;849;p47"/>
          <p:cNvSpPr txBox="1"/>
          <p:nvPr/>
        </p:nvSpPr>
        <p:spPr>
          <a:xfrm>
            <a:off x="2285991" y="4084112"/>
            <a:ext cx="4572000" cy="2742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000">
                <a:solidFill>
                  <a:schemeClr val="dk1"/>
                </a:solidFill>
                <a:latin typeface="Karla"/>
                <a:ea typeface="Karla"/>
                <a:cs typeface="Karla"/>
                <a:sym typeface="Karla"/>
              </a:rPr>
              <a:t>Please keep this slide for attribution</a:t>
            </a:r>
            <a:endParaRPr sz="1000">
              <a:solidFill>
                <a:schemeClr val="dk1"/>
              </a:solidFill>
              <a:latin typeface="Karla"/>
              <a:ea typeface="Karla"/>
              <a:cs typeface="Karla"/>
              <a:sym typeface="Karla"/>
            </a:endParaRPr>
          </a:p>
        </p:txBody>
      </p:sp>
      <p:grpSp>
        <p:nvGrpSpPr>
          <p:cNvPr id="850" name="Google Shape;850;p47"/>
          <p:cNvGrpSpPr/>
          <p:nvPr/>
        </p:nvGrpSpPr>
        <p:grpSpPr>
          <a:xfrm>
            <a:off x="274188" y="1428844"/>
            <a:ext cx="1827475" cy="1051350"/>
            <a:chOff x="6161988" y="3104373"/>
            <a:chExt cx="1827475" cy="1051350"/>
          </a:xfrm>
        </p:grpSpPr>
        <p:grpSp>
          <p:nvGrpSpPr>
            <p:cNvPr id="851" name="Google Shape;851;p47"/>
            <p:cNvGrpSpPr/>
            <p:nvPr/>
          </p:nvGrpSpPr>
          <p:grpSpPr>
            <a:xfrm>
              <a:off x="6161988" y="3104373"/>
              <a:ext cx="1827475" cy="1051350"/>
              <a:chOff x="274188" y="1278048"/>
              <a:chExt cx="1827475" cy="1051350"/>
            </a:xfrm>
          </p:grpSpPr>
          <p:sp>
            <p:nvSpPr>
              <p:cNvPr id="852" name="Google Shape;852;p47"/>
              <p:cNvSpPr/>
              <p:nvPr/>
            </p:nvSpPr>
            <p:spPr>
              <a:xfrm>
                <a:off x="364363" y="1369398"/>
                <a:ext cx="1737300" cy="9600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3" name="Google Shape;853;p47"/>
              <p:cNvGrpSpPr/>
              <p:nvPr/>
            </p:nvGrpSpPr>
            <p:grpSpPr>
              <a:xfrm>
                <a:off x="274188" y="1278048"/>
                <a:ext cx="1737300" cy="960000"/>
                <a:chOff x="7146475" y="2190661"/>
                <a:chExt cx="1737300" cy="960000"/>
              </a:xfrm>
            </p:grpSpPr>
            <p:sp>
              <p:nvSpPr>
                <p:cNvPr id="854" name="Google Shape;854;p47"/>
                <p:cNvSpPr/>
                <p:nvPr/>
              </p:nvSpPr>
              <p:spPr>
                <a:xfrm>
                  <a:off x="7146475" y="2190661"/>
                  <a:ext cx="1737300" cy="9600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5" name="Google Shape;855;p47"/>
                <p:cNvCxnSpPr/>
                <p:nvPr/>
              </p:nvCxnSpPr>
              <p:spPr>
                <a:xfrm>
                  <a:off x="7151600" y="2373361"/>
                  <a:ext cx="1724700" cy="0"/>
                </a:xfrm>
                <a:prstGeom prst="straightConnector1">
                  <a:avLst/>
                </a:prstGeom>
                <a:noFill/>
                <a:ln cap="flat" cmpd="sng" w="28575">
                  <a:solidFill>
                    <a:schemeClr val="dk1"/>
                  </a:solidFill>
                  <a:prstDash val="solid"/>
                  <a:round/>
                  <a:headEnd len="med" w="med" type="none"/>
                  <a:tailEnd len="med" w="med" type="none"/>
                </a:ln>
              </p:spPr>
            </p:cxnSp>
          </p:grpSp>
        </p:grpSp>
        <p:grpSp>
          <p:nvGrpSpPr>
            <p:cNvPr id="856" name="Google Shape;856;p47"/>
            <p:cNvGrpSpPr/>
            <p:nvPr/>
          </p:nvGrpSpPr>
          <p:grpSpPr>
            <a:xfrm>
              <a:off x="6349239" y="3420925"/>
              <a:ext cx="1356472" cy="509050"/>
              <a:chOff x="6343699" y="3416675"/>
              <a:chExt cx="1356472" cy="509050"/>
            </a:xfrm>
          </p:grpSpPr>
          <p:sp>
            <p:nvSpPr>
              <p:cNvPr id="857" name="Google Shape;857;p47"/>
              <p:cNvSpPr/>
              <p:nvPr/>
            </p:nvSpPr>
            <p:spPr>
              <a:xfrm>
                <a:off x="6343699" y="3524445"/>
                <a:ext cx="776865" cy="54206"/>
              </a:xfrm>
              <a:custGeom>
                <a:rect b="b" l="l" r="r" t="t"/>
                <a:pathLst>
                  <a:path extrusionOk="0" h="1348" w="19319">
                    <a:moveTo>
                      <a:pt x="18435" y="1"/>
                    </a:moveTo>
                    <a:cubicBezTo>
                      <a:pt x="18412" y="1"/>
                      <a:pt x="18389" y="2"/>
                      <a:pt x="18366" y="3"/>
                    </a:cubicBezTo>
                    <a:lnTo>
                      <a:pt x="854" y="3"/>
                    </a:lnTo>
                    <a:cubicBezTo>
                      <a:pt x="0" y="52"/>
                      <a:pt x="0" y="1296"/>
                      <a:pt x="854" y="1345"/>
                    </a:cubicBezTo>
                    <a:lnTo>
                      <a:pt x="18366" y="1345"/>
                    </a:lnTo>
                    <a:cubicBezTo>
                      <a:pt x="18389" y="1347"/>
                      <a:pt x="18412" y="1347"/>
                      <a:pt x="18435" y="1347"/>
                    </a:cubicBezTo>
                    <a:cubicBezTo>
                      <a:pt x="19319" y="1347"/>
                      <a:pt x="19319" y="1"/>
                      <a:pt x="184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7"/>
              <p:cNvSpPr/>
              <p:nvPr/>
            </p:nvSpPr>
            <p:spPr>
              <a:xfrm>
                <a:off x="6343699" y="3651035"/>
                <a:ext cx="777147" cy="55131"/>
              </a:xfrm>
              <a:custGeom>
                <a:rect b="b" l="l" r="r" t="t"/>
                <a:pathLst>
                  <a:path extrusionOk="0" h="1371" w="19326">
                    <a:moveTo>
                      <a:pt x="18412" y="1"/>
                    </a:moveTo>
                    <a:cubicBezTo>
                      <a:pt x="18397" y="1"/>
                      <a:pt x="18382" y="1"/>
                      <a:pt x="18366" y="2"/>
                    </a:cubicBezTo>
                    <a:lnTo>
                      <a:pt x="854" y="2"/>
                    </a:lnTo>
                    <a:cubicBezTo>
                      <a:pt x="0" y="75"/>
                      <a:pt x="0" y="1319"/>
                      <a:pt x="854" y="1368"/>
                    </a:cubicBezTo>
                    <a:lnTo>
                      <a:pt x="18366" y="1368"/>
                    </a:lnTo>
                    <a:cubicBezTo>
                      <a:pt x="18389" y="1369"/>
                      <a:pt x="18412" y="1370"/>
                      <a:pt x="18434" y="1370"/>
                    </a:cubicBezTo>
                    <a:cubicBezTo>
                      <a:pt x="19326" y="1370"/>
                      <a:pt x="19319" y="1"/>
                      <a:pt x="184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7"/>
              <p:cNvSpPr/>
              <p:nvPr/>
            </p:nvSpPr>
            <p:spPr>
              <a:xfrm>
                <a:off x="6343699" y="3778469"/>
                <a:ext cx="776865" cy="55172"/>
              </a:xfrm>
              <a:custGeom>
                <a:rect b="b" l="l" r="r" t="t"/>
                <a:pathLst>
                  <a:path extrusionOk="0" h="1372" w="19319">
                    <a:moveTo>
                      <a:pt x="18433" y="1"/>
                    </a:moveTo>
                    <a:cubicBezTo>
                      <a:pt x="18411" y="1"/>
                      <a:pt x="18389" y="2"/>
                      <a:pt x="18366" y="3"/>
                    </a:cubicBezTo>
                    <a:lnTo>
                      <a:pt x="854" y="3"/>
                    </a:lnTo>
                    <a:cubicBezTo>
                      <a:pt x="0" y="52"/>
                      <a:pt x="0" y="1320"/>
                      <a:pt x="854" y="1369"/>
                    </a:cubicBezTo>
                    <a:lnTo>
                      <a:pt x="18366" y="1369"/>
                    </a:lnTo>
                    <a:cubicBezTo>
                      <a:pt x="18389" y="1371"/>
                      <a:pt x="18411" y="1372"/>
                      <a:pt x="18433" y="1372"/>
                    </a:cubicBezTo>
                    <a:cubicBezTo>
                      <a:pt x="19319" y="1372"/>
                      <a:pt x="19319" y="1"/>
                      <a:pt x="184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7"/>
              <p:cNvSpPr/>
              <p:nvPr/>
            </p:nvSpPr>
            <p:spPr>
              <a:xfrm>
                <a:off x="7286224" y="3416675"/>
                <a:ext cx="413947" cy="509050"/>
              </a:xfrm>
              <a:custGeom>
                <a:rect b="b" l="l" r="r" t="t"/>
                <a:pathLst>
                  <a:path extrusionOk="0" h="12659" w="10294">
                    <a:moveTo>
                      <a:pt x="1" y="1"/>
                    </a:moveTo>
                    <a:lnTo>
                      <a:pt x="1" y="12659"/>
                    </a:lnTo>
                    <a:lnTo>
                      <a:pt x="10293" y="12659"/>
                    </a:lnTo>
                    <a:lnTo>
                      <a:pt x="10293" y="1"/>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61" name="Google Shape;861;p47"/>
          <p:cNvGrpSpPr/>
          <p:nvPr/>
        </p:nvGrpSpPr>
        <p:grpSpPr>
          <a:xfrm>
            <a:off x="274211" y="2663294"/>
            <a:ext cx="1823501" cy="1051350"/>
            <a:chOff x="7469486" y="1480344"/>
            <a:chExt cx="1823501" cy="1051350"/>
          </a:xfrm>
        </p:grpSpPr>
        <p:grpSp>
          <p:nvGrpSpPr>
            <p:cNvPr id="862" name="Google Shape;862;p47"/>
            <p:cNvGrpSpPr/>
            <p:nvPr/>
          </p:nvGrpSpPr>
          <p:grpSpPr>
            <a:xfrm>
              <a:off x="7469709" y="1480344"/>
              <a:ext cx="1823279" cy="1051350"/>
              <a:chOff x="278384" y="1278048"/>
              <a:chExt cx="1823279" cy="1051350"/>
            </a:xfrm>
          </p:grpSpPr>
          <p:sp>
            <p:nvSpPr>
              <p:cNvPr id="863" name="Google Shape;863;p47"/>
              <p:cNvSpPr/>
              <p:nvPr/>
            </p:nvSpPr>
            <p:spPr>
              <a:xfrm>
                <a:off x="364363" y="1369398"/>
                <a:ext cx="1737300" cy="9600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 name="Google Shape;864;p47"/>
              <p:cNvGrpSpPr/>
              <p:nvPr/>
            </p:nvGrpSpPr>
            <p:grpSpPr>
              <a:xfrm>
                <a:off x="278384" y="1278048"/>
                <a:ext cx="1737300" cy="960000"/>
                <a:chOff x="7150671" y="2190661"/>
                <a:chExt cx="1737300" cy="960000"/>
              </a:xfrm>
            </p:grpSpPr>
            <p:sp>
              <p:nvSpPr>
                <p:cNvPr id="865" name="Google Shape;865;p47"/>
                <p:cNvSpPr/>
                <p:nvPr/>
              </p:nvSpPr>
              <p:spPr>
                <a:xfrm>
                  <a:off x="7150671" y="2190661"/>
                  <a:ext cx="1737300" cy="960000"/>
                </a:xfrm>
                <a:prstGeom prst="roundRect">
                  <a:avLst>
                    <a:gd fmla="val 0"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6" name="Google Shape;866;p47"/>
                <p:cNvCxnSpPr/>
                <p:nvPr/>
              </p:nvCxnSpPr>
              <p:spPr>
                <a:xfrm>
                  <a:off x="7151600" y="2373361"/>
                  <a:ext cx="1724700" cy="0"/>
                </a:xfrm>
                <a:prstGeom prst="straightConnector1">
                  <a:avLst/>
                </a:prstGeom>
                <a:noFill/>
                <a:ln cap="flat" cmpd="sng" w="28575">
                  <a:solidFill>
                    <a:schemeClr val="dk1"/>
                  </a:solidFill>
                  <a:prstDash val="solid"/>
                  <a:round/>
                  <a:headEnd len="med" w="med" type="none"/>
                  <a:tailEnd len="med" w="med" type="none"/>
                </a:ln>
              </p:spPr>
            </p:cxnSp>
          </p:grpSp>
        </p:grpSp>
        <p:cxnSp>
          <p:nvCxnSpPr>
            <p:cNvPr id="867" name="Google Shape;867;p47"/>
            <p:cNvCxnSpPr/>
            <p:nvPr/>
          </p:nvCxnSpPr>
          <p:spPr>
            <a:xfrm>
              <a:off x="7469486" y="2052225"/>
              <a:ext cx="1724100" cy="0"/>
            </a:xfrm>
            <a:prstGeom prst="straightConnector1">
              <a:avLst/>
            </a:prstGeom>
            <a:noFill/>
            <a:ln cap="flat" cmpd="sng" w="28575">
              <a:solidFill>
                <a:schemeClr val="dk1"/>
              </a:solidFill>
              <a:prstDash val="solid"/>
              <a:round/>
              <a:headEnd len="med" w="med" type="none"/>
              <a:tailEnd len="med" w="med" type="none"/>
            </a:ln>
          </p:spPr>
        </p:cxnSp>
        <p:sp>
          <p:nvSpPr>
            <p:cNvPr id="868" name="Google Shape;868;p47"/>
            <p:cNvSpPr/>
            <p:nvPr/>
          </p:nvSpPr>
          <p:spPr>
            <a:xfrm>
              <a:off x="8031688" y="1782907"/>
              <a:ext cx="599697" cy="538636"/>
            </a:xfrm>
            <a:custGeom>
              <a:rect b="b" l="l" r="r" t="t"/>
              <a:pathLst>
                <a:path extrusionOk="0" h="9990" w="11123">
                  <a:moveTo>
                    <a:pt x="5566" y="0"/>
                  </a:moveTo>
                  <a:cubicBezTo>
                    <a:pt x="4372" y="0"/>
                    <a:pt x="3174" y="424"/>
                    <a:pt x="2220" y="1288"/>
                  </a:cubicBezTo>
                  <a:cubicBezTo>
                    <a:pt x="172" y="3117"/>
                    <a:pt x="1" y="6287"/>
                    <a:pt x="1855" y="8336"/>
                  </a:cubicBezTo>
                  <a:cubicBezTo>
                    <a:pt x="2832" y="9431"/>
                    <a:pt x="4192" y="9989"/>
                    <a:pt x="5560" y="9989"/>
                  </a:cubicBezTo>
                  <a:cubicBezTo>
                    <a:pt x="6752" y="9989"/>
                    <a:pt x="7949" y="9565"/>
                    <a:pt x="8903" y="8702"/>
                  </a:cubicBezTo>
                  <a:cubicBezTo>
                    <a:pt x="10952" y="6873"/>
                    <a:pt x="11123" y="3702"/>
                    <a:pt x="9293" y="1653"/>
                  </a:cubicBezTo>
                  <a:cubicBezTo>
                    <a:pt x="8303" y="559"/>
                    <a:pt x="6936" y="0"/>
                    <a:pt x="5566"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7"/>
            <p:cNvSpPr/>
            <p:nvPr/>
          </p:nvSpPr>
          <p:spPr>
            <a:xfrm>
              <a:off x="8111159" y="1873044"/>
              <a:ext cx="448465" cy="440236"/>
            </a:xfrm>
            <a:custGeom>
              <a:rect b="b" l="l" r="r" t="t"/>
              <a:pathLst>
                <a:path extrusionOk="0" h="8165" w="8318">
                  <a:moveTo>
                    <a:pt x="4147" y="0"/>
                  </a:moveTo>
                  <a:cubicBezTo>
                    <a:pt x="1171" y="0"/>
                    <a:pt x="1366" y="3829"/>
                    <a:pt x="1366" y="3829"/>
                  </a:cubicBezTo>
                  <a:lnTo>
                    <a:pt x="2513" y="3829"/>
                  </a:lnTo>
                  <a:cubicBezTo>
                    <a:pt x="2659" y="4098"/>
                    <a:pt x="2854" y="4366"/>
                    <a:pt x="3074" y="4561"/>
                  </a:cubicBezTo>
                  <a:cubicBezTo>
                    <a:pt x="1952" y="4707"/>
                    <a:pt x="879" y="5195"/>
                    <a:pt x="1" y="5951"/>
                  </a:cubicBezTo>
                  <a:cubicBezTo>
                    <a:pt x="1000" y="7427"/>
                    <a:pt x="2580" y="8165"/>
                    <a:pt x="4159" y="8165"/>
                  </a:cubicBezTo>
                  <a:cubicBezTo>
                    <a:pt x="5738" y="8165"/>
                    <a:pt x="7317" y="7427"/>
                    <a:pt x="8317" y="5951"/>
                  </a:cubicBezTo>
                  <a:cubicBezTo>
                    <a:pt x="7439" y="5195"/>
                    <a:pt x="6366" y="4707"/>
                    <a:pt x="5220" y="4561"/>
                  </a:cubicBezTo>
                  <a:cubicBezTo>
                    <a:pt x="5464" y="4366"/>
                    <a:pt x="5659" y="4098"/>
                    <a:pt x="5805" y="3829"/>
                  </a:cubicBezTo>
                  <a:lnTo>
                    <a:pt x="6952" y="3829"/>
                  </a:lnTo>
                  <a:cubicBezTo>
                    <a:pt x="6952" y="3829"/>
                    <a:pt x="7122" y="0"/>
                    <a:pt x="4147"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47"/>
          <p:cNvGrpSpPr/>
          <p:nvPr/>
        </p:nvGrpSpPr>
        <p:grpSpPr>
          <a:xfrm>
            <a:off x="7927951" y="2080033"/>
            <a:ext cx="941841" cy="2789257"/>
            <a:chOff x="6592201" y="2061933"/>
            <a:chExt cx="941841" cy="2789257"/>
          </a:xfrm>
        </p:grpSpPr>
        <p:sp>
          <p:nvSpPr>
            <p:cNvPr id="871" name="Google Shape;871;p47"/>
            <p:cNvSpPr/>
            <p:nvPr/>
          </p:nvSpPr>
          <p:spPr>
            <a:xfrm>
              <a:off x="6592201" y="2061933"/>
              <a:ext cx="941841" cy="2789257"/>
            </a:xfrm>
            <a:custGeom>
              <a:rect b="b" l="l" r="r" t="t"/>
              <a:pathLst>
                <a:path extrusionOk="0" h="24976" w="8343">
                  <a:moveTo>
                    <a:pt x="440" y="24537"/>
                  </a:moveTo>
                  <a:cubicBezTo>
                    <a:pt x="147" y="24244"/>
                    <a:pt x="1" y="23854"/>
                    <a:pt x="1" y="23464"/>
                  </a:cubicBezTo>
                  <a:lnTo>
                    <a:pt x="1" y="4074"/>
                  </a:lnTo>
                  <a:cubicBezTo>
                    <a:pt x="50" y="1805"/>
                    <a:pt x="1903" y="1"/>
                    <a:pt x="4172" y="1"/>
                  </a:cubicBezTo>
                  <a:cubicBezTo>
                    <a:pt x="6440" y="1"/>
                    <a:pt x="8269" y="1805"/>
                    <a:pt x="8342" y="4074"/>
                  </a:cubicBezTo>
                  <a:lnTo>
                    <a:pt x="8342" y="23464"/>
                  </a:lnTo>
                  <a:cubicBezTo>
                    <a:pt x="8342" y="24293"/>
                    <a:pt x="7659" y="24976"/>
                    <a:pt x="6806" y="24976"/>
                  </a:cubicBezTo>
                  <a:lnTo>
                    <a:pt x="1537" y="24976"/>
                  </a:lnTo>
                  <a:cubicBezTo>
                    <a:pt x="1123" y="24976"/>
                    <a:pt x="733" y="24829"/>
                    <a:pt x="440" y="24537"/>
                  </a:cubicBezTo>
                  <a:close/>
                  <a:moveTo>
                    <a:pt x="4172" y="3293"/>
                  </a:moveTo>
                  <a:cubicBezTo>
                    <a:pt x="4952" y="3293"/>
                    <a:pt x="4952" y="2147"/>
                    <a:pt x="4172" y="2147"/>
                  </a:cubicBezTo>
                  <a:cubicBezTo>
                    <a:pt x="4025" y="2147"/>
                    <a:pt x="3879" y="2196"/>
                    <a:pt x="3757" y="2318"/>
                  </a:cubicBezTo>
                  <a:cubicBezTo>
                    <a:pt x="3537" y="2537"/>
                    <a:pt x="3537" y="2903"/>
                    <a:pt x="3757" y="3123"/>
                  </a:cubicBezTo>
                  <a:cubicBezTo>
                    <a:pt x="3879" y="3244"/>
                    <a:pt x="4025" y="3293"/>
                    <a:pt x="4172" y="3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7"/>
            <p:cNvSpPr/>
            <p:nvPr/>
          </p:nvSpPr>
          <p:spPr>
            <a:xfrm>
              <a:off x="6592201" y="2061933"/>
              <a:ext cx="941841" cy="2789257"/>
            </a:xfrm>
            <a:custGeom>
              <a:rect b="b" l="l" r="r" t="t"/>
              <a:pathLst>
                <a:path extrusionOk="0" h="24976" w="8343">
                  <a:moveTo>
                    <a:pt x="391" y="23464"/>
                  </a:moveTo>
                  <a:cubicBezTo>
                    <a:pt x="391" y="23756"/>
                    <a:pt x="513" y="24049"/>
                    <a:pt x="733" y="24268"/>
                  </a:cubicBezTo>
                  <a:cubicBezTo>
                    <a:pt x="928" y="24488"/>
                    <a:pt x="1220" y="24585"/>
                    <a:pt x="1537" y="24585"/>
                  </a:cubicBezTo>
                  <a:lnTo>
                    <a:pt x="6806" y="24585"/>
                  </a:lnTo>
                  <a:cubicBezTo>
                    <a:pt x="7440" y="24585"/>
                    <a:pt x="7952" y="24073"/>
                    <a:pt x="7952" y="23464"/>
                  </a:cubicBezTo>
                  <a:lnTo>
                    <a:pt x="7952" y="4074"/>
                  </a:lnTo>
                  <a:cubicBezTo>
                    <a:pt x="7879" y="2025"/>
                    <a:pt x="6220" y="391"/>
                    <a:pt x="4172" y="391"/>
                  </a:cubicBezTo>
                  <a:cubicBezTo>
                    <a:pt x="2123" y="391"/>
                    <a:pt x="440" y="2025"/>
                    <a:pt x="391" y="4074"/>
                  </a:cubicBezTo>
                  <a:close/>
                  <a:moveTo>
                    <a:pt x="4172" y="2196"/>
                  </a:moveTo>
                  <a:cubicBezTo>
                    <a:pt x="4854" y="2196"/>
                    <a:pt x="4854" y="3244"/>
                    <a:pt x="4172" y="3244"/>
                  </a:cubicBezTo>
                  <a:cubicBezTo>
                    <a:pt x="4025" y="3244"/>
                    <a:pt x="3903" y="3171"/>
                    <a:pt x="3806" y="3074"/>
                  </a:cubicBezTo>
                  <a:cubicBezTo>
                    <a:pt x="3611" y="2879"/>
                    <a:pt x="3611" y="2562"/>
                    <a:pt x="3806" y="2342"/>
                  </a:cubicBezTo>
                  <a:cubicBezTo>
                    <a:pt x="3903" y="2245"/>
                    <a:pt x="4025" y="2196"/>
                    <a:pt x="4172" y="2196"/>
                  </a:cubicBezTo>
                  <a:close/>
                  <a:moveTo>
                    <a:pt x="3611" y="2147"/>
                  </a:moveTo>
                  <a:cubicBezTo>
                    <a:pt x="4220" y="1513"/>
                    <a:pt x="5269" y="2196"/>
                    <a:pt x="4928" y="3025"/>
                  </a:cubicBezTo>
                  <a:cubicBezTo>
                    <a:pt x="4586" y="3854"/>
                    <a:pt x="3367" y="3610"/>
                    <a:pt x="3367" y="2708"/>
                  </a:cubicBezTo>
                  <a:cubicBezTo>
                    <a:pt x="3367" y="2488"/>
                    <a:pt x="3440" y="2293"/>
                    <a:pt x="3611" y="2147"/>
                  </a:cubicBezTo>
                  <a:close/>
                  <a:moveTo>
                    <a:pt x="7196" y="19951"/>
                  </a:moveTo>
                  <a:lnTo>
                    <a:pt x="7196" y="19951"/>
                  </a:lnTo>
                  <a:lnTo>
                    <a:pt x="7196" y="22805"/>
                  </a:lnTo>
                  <a:cubicBezTo>
                    <a:pt x="7196" y="22878"/>
                    <a:pt x="7123" y="22951"/>
                    <a:pt x="7049" y="22951"/>
                  </a:cubicBezTo>
                  <a:lnTo>
                    <a:pt x="1294" y="22951"/>
                  </a:lnTo>
                  <a:cubicBezTo>
                    <a:pt x="1220" y="22951"/>
                    <a:pt x="1147" y="22878"/>
                    <a:pt x="1147" y="22805"/>
                  </a:cubicBezTo>
                  <a:lnTo>
                    <a:pt x="1147" y="5635"/>
                  </a:lnTo>
                  <a:cubicBezTo>
                    <a:pt x="1147" y="5562"/>
                    <a:pt x="1220" y="5488"/>
                    <a:pt x="1294" y="5488"/>
                  </a:cubicBezTo>
                  <a:lnTo>
                    <a:pt x="7025" y="5488"/>
                  </a:lnTo>
                  <a:cubicBezTo>
                    <a:pt x="7123" y="5488"/>
                    <a:pt x="7196" y="5562"/>
                    <a:pt x="7196" y="5635"/>
                  </a:cubicBezTo>
                  <a:lnTo>
                    <a:pt x="7196" y="8488"/>
                  </a:lnTo>
                  <a:lnTo>
                    <a:pt x="7196" y="8488"/>
                  </a:lnTo>
                  <a:lnTo>
                    <a:pt x="7196" y="11366"/>
                  </a:lnTo>
                  <a:lnTo>
                    <a:pt x="7196" y="11366"/>
                  </a:lnTo>
                  <a:lnTo>
                    <a:pt x="7196" y="14220"/>
                  </a:lnTo>
                  <a:lnTo>
                    <a:pt x="7196" y="14220"/>
                  </a:lnTo>
                  <a:lnTo>
                    <a:pt x="7196" y="17073"/>
                  </a:lnTo>
                  <a:lnTo>
                    <a:pt x="7196" y="17073"/>
                  </a:lnTo>
                  <a:lnTo>
                    <a:pt x="7196" y="19927"/>
                  </a:lnTo>
                  <a:close/>
                  <a:moveTo>
                    <a:pt x="6879" y="20098"/>
                  </a:moveTo>
                  <a:lnTo>
                    <a:pt x="6879" y="22659"/>
                  </a:lnTo>
                  <a:lnTo>
                    <a:pt x="1440" y="22659"/>
                  </a:lnTo>
                  <a:lnTo>
                    <a:pt x="1440" y="20098"/>
                  </a:lnTo>
                  <a:close/>
                  <a:moveTo>
                    <a:pt x="1440" y="19781"/>
                  </a:moveTo>
                  <a:lnTo>
                    <a:pt x="1440" y="17220"/>
                  </a:lnTo>
                  <a:lnTo>
                    <a:pt x="6879" y="17220"/>
                  </a:lnTo>
                  <a:lnTo>
                    <a:pt x="6879" y="19781"/>
                  </a:lnTo>
                  <a:close/>
                  <a:moveTo>
                    <a:pt x="1440" y="16927"/>
                  </a:moveTo>
                  <a:lnTo>
                    <a:pt x="1440" y="14366"/>
                  </a:lnTo>
                  <a:lnTo>
                    <a:pt x="6879" y="14366"/>
                  </a:lnTo>
                  <a:lnTo>
                    <a:pt x="6879" y="16927"/>
                  </a:lnTo>
                  <a:close/>
                  <a:moveTo>
                    <a:pt x="1440" y="14074"/>
                  </a:moveTo>
                  <a:lnTo>
                    <a:pt x="1440" y="11513"/>
                  </a:lnTo>
                  <a:lnTo>
                    <a:pt x="6879" y="11513"/>
                  </a:lnTo>
                  <a:lnTo>
                    <a:pt x="6879" y="14074"/>
                  </a:lnTo>
                  <a:close/>
                  <a:moveTo>
                    <a:pt x="1440" y="11196"/>
                  </a:moveTo>
                  <a:lnTo>
                    <a:pt x="1440" y="8635"/>
                  </a:lnTo>
                  <a:lnTo>
                    <a:pt x="6879" y="8635"/>
                  </a:lnTo>
                  <a:lnTo>
                    <a:pt x="6879" y="11196"/>
                  </a:lnTo>
                  <a:close/>
                  <a:moveTo>
                    <a:pt x="1440" y="8342"/>
                  </a:moveTo>
                  <a:lnTo>
                    <a:pt x="1440" y="5805"/>
                  </a:lnTo>
                  <a:lnTo>
                    <a:pt x="6879" y="5805"/>
                  </a:lnTo>
                  <a:lnTo>
                    <a:pt x="6879" y="8366"/>
                  </a:lnTo>
                  <a:close/>
                  <a:moveTo>
                    <a:pt x="440" y="24537"/>
                  </a:moveTo>
                  <a:cubicBezTo>
                    <a:pt x="147" y="24244"/>
                    <a:pt x="1" y="23854"/>
                    <a:pt x="1" y="23464"/>
                  </a:cubicBezTo>
                  <a:lnTo>
                    <a:pt x="1" y="4074"/>
                  </a:lnTo>
                  <a:cubicBezTo>
                    <a:pt x="50" y="1805"/>
                    <a:pt x="1903" y="1"/>
                    <a:pt x="4172" y="1"/>
                  </a:cubicBezTo>
                  <a:cubicBezTo>
                    <a:pt x="6440" y="1"/>
                    <a:pt x="8293" y="1805"/>
                    <a:pt x="8342" y="4074"/>
                  </a:cubicBezTo>
                  <a:lnTo>
                    <a:pt x="8342" y="23464"/>
                  </a:lnTo>
                  <a:cubicBezTo>
                    <a:pt x="8342" y="24293"/>
                    <a:pt x="7659" y="24976"/>
                    <a:pt x="6830" y="24976"/>
                  </a:cubicBezTo>
                  <a:lnTo>
                    <a:pt x="1537" y="24976"/>
                  </a:lnTo>
                  <a:cubicBezTo>
                    <a:pt x="1123" y="24976"/>
                    <a:pt x="733" y="24829"/>
                    <a:pt x="440" y="2453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7"/>
            <p:cNvSpPr/>
            <p:nvPr/>
          </p:nvSpPr>
          <p:spPr>
            <a:xfrm>
              <a:off x="6636341" y="2105487"/>
              <a:ext cx="853561" cy="2702149"/>
            </a:xfrm>
            <a:custGeom>
              <a:rect b="b" l="l" r="r" t="t"/>
              <a:pathLst>
                <a:path extrusionOk="0" h="24196" w="7561">
                  <a:moveTo>
                    <a:pt x="0" y="3684"/>
                  </a:moveTo>
                  <a:lnTo>
                    <a:pt x="0" y="23074"/>
                  </a:lnTo>
                  <a:cubicBezTo>
                    <a:pt x="0" y="23366"/>
                    <a:pt x="122" y="23659"/>
                    <a:pt x="342" y="23878"/>
                  </a:cubicBezTo>
                  <a:cubicBezTo>
                    <a:pt x="537" y="24098"/>
                    <a:pt x="829" y="24195"/>
                    <a:pt x="1146" y="24195"/>
                  </a:cubicBezTo>
                  <a:lnTo>
                    <a:pt x="6415" y="24195"/>
                  </a:lnTo>
                  <a:cubicBezTo>
                    <a:pt x="7049" y="24195"/>
                    <a:pt x="7561" y="23683"/>
                    <a:pt x="7561" y="23074"/>
                  </a:cubicBezTo>
                  <a:lnTo>
                    <a:pt x="7561" y="3684"/>
                  </a:lnTo>
                  <a:cubicBezTo>
                    <a:pt x="7488" y="1635"/>
                    <a:pt x="5829" y="1"/>
                    <a:pt x="3781" y="1"/>
                  </a:cubicBezTo>
                  <a:cubicBezTo>
                    <a:pt x="1732" y="1"/>
                    <a:pt x="49" y="1635"/>
                    <a:pt x="0" y="3684"/>
                  </a:cubicBezTo>
                  <a:close/>
                  <a:moveTo>
                    <a:pt x="4585" y="2318"/>
                  </a:moveTo>
                  <a:cubicBezTo>
                    <a:pt x="4585" y="3220"/>
                    <a:pt x="3366" y="3464"/>
                    <a:pt x="3024" y="2635"/>
                  </a:cubicBezTo>
                  <a:cubicBezTo>
                    <a:pt x="2683" y="1806"/>
                    <a:pt x="3732" y="1123"/>
                    <a:pt x="4366" y="1757"/>
                  </a:cubicBezTo>
                  <a:cubicBezTo>
                    <a:pt x="4512" y="1903"/>
                    <a:pt x="4585" y="2098"/>
                    <a:pt x="4585" y="2318"/>
                  </a:cubicBezTo>
                  <a:close/>
                  <a:moveTo>
                    <a:pt x="903" y="5098"/>
                  </a:moveTo>
                  <a:lnTo>
                    <a:pt x="6634" y="5098"/>
                  </a:lnTo>
                  <a:cubicBezTo>
                    <a:pt x="6732" y="5098"/>
                    <a:pt x="6805" y="5172"/>
                    <a:pt x="6805" y="5245"/>
                  </a:cubicBezTo>
                  <a:lnTo>
                    <a:pt x="6805" y="8123"/>
                  </a:lnTo>
                  <a:lnTo>
                    <a:pt x="6805" y="8123"/>
                  </a:lnTo>
                  <a:lnTo>
                    <a:pt x="6805" y="10976"/>
                  </a:lnTo>
                  <a:lnTo>
                    <a:pt x="6805" y="10976"/>
                  </a:lnTo>
                  <a:lnTo>
                    <a:pt x="6805" y="13830"/>
                  </a:lnTo>
                  <a:lnTo>
                    <a:pt x="6805" y="13830"/>
                  </a:lnTo>
                  <a:lnTo>
                    <a:pt x="6805" y="16683"/>
                  </a:lnTo>
                  <a:lnTo>
                    <a:pt x="6805" y="16683"/>
                  </a:lnTo>
                  <a:lnTo>
                    <a:pt x="6805" y="19537"/>
                  </a:lnTo>
                  <a:lnTo>
                    <a:pt x="6805" y="19537"/>
                  </a:lnTo>
                  <a:lnTo>
                    <a:pt x="6805" y="22415"/>
                  </a:lnTo>
                  <a:cubicBezTo>
                    <a:pt x="6805" y="22488"/>
                    <a:pt x="6732" y="22561"/>
                    <a:pt x="6634" y="22561"/>
                  </a:cubicBezTo>
                  <a:lnTo>
                    <a:pt x="903" y="22561"/>
                  </a:lnTo>
                  <a:cubicBezTo>
                    <a:pt x="829" y="22561"/>
                    <a:pt x="756" y="22488"/>
                    <a:pt x="756" y="22415"/>
                  </a:cubicBezTo>
                  <a:lnTo>
                    <a:pt x="756" y="5245"/>
                  </a:lnTo>
                  <a:cubicBezTo>
                    <a:pt x="756" y="5172"/>
                    <a:pt x="829" y="5098"/>
                    <a:pt x="903" y="509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7"/>
            <p:cNvSpPr/>
            <p:nvPr/>
          </p:nvSpPr>
          <p:spPr>
            <a:xfrm>
              <a:off x="6754649" y="2707541"/>
              <a:ext cx="614122" cy="286006"/>
            </a:xfrm>
            <a:custGeom>
              <a:rect b="b" l="l" r="r" t="t"/>
              <a:pathLst>
                <a:path extrusionOk="0" h="2561" w="5440">
                  <a:moveTo>
                    <a:pt x="1" y="0"/>
                  </a:moveTo>
                  <a:lnTo>
                    <a:pt x="1" y="2561"/>
                  </a:lnTo>
                  <a:lnTo>
                    <a:pt x="5440" y="2561"/>
                  </a:lnTo>
                  <a:lnTo>
                    <a:pt x="5440" y="0"/>
                  </a:lnTo>
                  <a:close/>
                </a:path>
              </a:pathLst>
            </a:custGeom>
            <a:solidFill>
              <a:schemeClr val="accent3">
                <a:alpha val="666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7"/>
            <p:cNvSpPr/>
            <p:nvPr/>
          </p:nvSpPr>
          <p:spPr>
            <a:xfrm>
              <a:off x="6754649" y="3028949"/>
              <a:ext cx="614122" cy="286006"/>
            </a:xfrm>
            <a:custGeom>
              <a:rect b="b" l="l" r="r" t="t"/>
              <a:pathLst>
                <a:path extrusionOk="0" h="2561" w="5440">
                  <a:moveTo>
                    <a:pt x="1" y="0"/>
                  </a:moveTo>
                  <a:lnTo>
                    <a:pt x="1" y="2561"/>
                  </a:lnTo>
                  <a:lnTo>
                    <a:pt x="5440" y="2561"/>
                  </a:lnTo>
                  <a:lnTo>
                    <a:pt x="5440" y="0"/>
                  </a:lnTo>
                  <a:close/>
                </a:path>
              </a:pathLst>
            </a:custGeom>
            <a:solidFill>
              <a:schemeClr val="accent3">
                <a:alpha val="733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7"/>
            <p:cNvSpPr/>
            <p:nvPr/>
          </p:nvSpPr>
          <p:spPr>
            <a:xfrm>
              <a:off x="6754649" y="3347564"/>
              <a:ext cx="614122" cy="286118"/>
            </a:xfrm>
            <a:custGeom>
              <a:rect b="b" l="l" r="r" t="t"/>
              <a:pathLst>
                <a:path extrusionOk="0" h="2562" w="5440">
                  <a:moveTo>
                    <a:pt x="1" y="1"/>
                  </a:moveTo>
                  <a:lnTo>
                    <a:pt x="1" y="2562"/>
                  </a:lnTo>
                  <a:lnTo>
                    <a:pt x="5440" y="2562"/>
                  </a:lnTo>
                  <a:lnTo>
                    <a:pt x="5440" y="1"/>
                  </a:lnTo>
                  <a:close/>
                </a:path>
              </a:pathLst>
            </a:custGeom>
            <a:solidFill>
              <a:schemeClr val="accent3">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7"/>
            <p:cNvSpPr/>
            <p:nvPr/>
          </p:nvSpPr>
          <p:spPr>
            <a:xfrm>
              <a:off x="6754649" y="3666292"/>
              <a:ext cx="614122" cy="286118"/>
            </a:xfrm>
            <a:custGeom>
              <a:rect b="b" l="l" r="r" t="t"/>
              <a:pathLst>
                <a:path extrusionOk="0" h="2562" w="5440">
                  <a:moveTo>
                    <a:pt x="1" y="0"/>
                  </a:moveTo>
                  <a:lnTo>
                    <a:pt x="1" y="2561"/>
                  </a:lnTo>
                  <a:lnTo>
                    <a:pt x="5440" y="2561"/>
                  </a:lnTo>
                  <a:lnTo>
                    <a:pt x="5440" y="0"/>
                  </a:lnTo>
                  <a:close/>
                </a:path>
              </a:pathLst>
            </a:custGeom>
            <a:solidFill>
              <a:schemeClr val="accent3">
                <a:alpha val="866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7"/>
            <p:cNvSpPr/>
            <p:nvPr/>
          </p:nvSpPr>
          <p:spPr>
            <a:xfrm>
              <a:off x="6754649" y="3987700"/>
              <a:ext cx="614122" cy="286118"/>
            </a:xfrm>
            <a:custGeom>
              <a:rect b="b" l="l" r="r" t="t"/>
              <a:pathLst>
                <a:path extrusionOk="0" h="2562" w="5440">
                  <a:moveTo>
                    <a:pt x="1" y="0"/>
                  </a:moveTo>
                  <a:lnTo>
                    <a:pt x="1" y="2561"/>
                  </a:lnTo>
                  <a:lnTo>
                    <a:pt x="5440" y="2561"/>
                  </a:lnTo>
                  <a:lnTo>
                    <a:pt x="5440" y="0"/>
                  </a:lnTo>
                  <a:close/>
                </a:path>
              </a:pathLst>
            </a:custGeom>
            <a:solidFill>
              <a:schemeClr val="accent3">
                <a:alpha val="933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7"/>
            <p:cNvSpPr/>
            <p:nvPr/>
          </p:nvSpPr>
          <p:spPr>
            <a:xfrm>
              <a:off x="6754649" y="4306316"/>
              <a:ext cx="614122" cy="286118"/>
            </a:xfrm>
            <a:custGeom>
              <a:rect b="b" l="l" r="r" t="t"/>
              <a:pathLst>
                <a:path extrusionOk="0" h="2562" w="5440">
                  <a:moveTo>
                    <a:pt x="1" y="1"/>
                  </a:moveTo>
                  <a:lnTo>
                    <a:pt x="1" y="2562"/>
                  </a:lnTo>
                  <a:lnTo>
                    <a:pt x="5440" y="2562"/>
                  </a:lnTo>
                  <a:lnTo>
                    <a:pt x="544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7"/>
            <p:cNvSpPr/>
            <p:nvPr/>
          </p:nvSpPr>
          <p:spPr>
            <a:xfrm>
              <a:off x="6655532" y="2184555"/>
              <a:ext cx="834370" cy="2623081"/>
            </a:xfrm>
            <a:custGeom>
              <a:rect b="b" l="l" r="r" t="t"/>
              <a:pathLst>
                <a:path extrusionOk="0" h="23488" w="7391">
                  <a:moveTo>
                    <a:pt x="6928" y="21951"/>
                  </a:moveTo>
                  <a:cubicBezTo>
                    <a:pt x="6928" y="22244"/>
                    <a:pt x="6830" y="22536"/>
                    <a:pt x="6610" y="22756"/>
                  </a:cubicBezTo>
                  <a:cubicBezTo>
                    <a:pt x="6391" y="22975"/>
                    <a:pt x="6098" y="23073"/>
                    <a:pt x="5806" y="23097"/>
                  </a:cubicBezTo>
                  <a:lnTo>
                    <a:pt x="513" y="23097"/>
                  </a:lnTo>
                  <a:cubicBezTo>
                    <a:pt x="342" y="23097"/>
                    <a:pt x="172" y="23048"/>
                    <a:pt x="1" y="22951"/>
                  </a:cubicBezTo>
                  <a:cubicBezTo>
                    <a:pt x="50" y="23024"/>
                    <a:pt x="98" y="23097"/>
                    <a:pt x="172" y="23170"/>
                  </a:cubicBezTo>
                  <a:cubicBezTo>
                    <a:pt x="367" y="23390"/>
                    <a:pt x="659" y="23487"/>
                    <a:pt x="976" y="23487"/>
                  </a:cubicBezTo>
                  <a:lnTo>
                    <a:pt x="6245" y="23487"/>
                  </a:lnTo>
                  <a:cubicBezTo>
                    <a:pt x="6879" y="23487"/>
                    <a:pt x="7391" y="22975"/>
                    <a:pt x="7391" y="22366"/>
                  </a:cubicBezTo>
                  <a:lnTo>
                    <a:pt x="7391" y="2976"/>
                  </a:lnTo>
                  <a:cubicBezTo>
                    <a:pt x="7391" y="1976"/>
                    <a:pt x="6976" y="1025"/>
                    <a:pt x="6269" y="317"/>
                  </a:cubicBezTo>
                  <a:cubicBezTo>
                    <a:pt x="6171" y="195"/>
                    <a:pt x="6049" y="98"/>
                    <a:pt x="5928" y="0"/>
                  </a:cubicBezTo>
                  <a:cubicBezTo>
                    <a:pt x="6586" y="707"/>
                    <a:pt x="6952" y="1610"/>
                    <a:pt x="6928" y="2561"/>
                  </a:cubicBezTo>
                  <a:close/>
                </a:path>
              </a:pathLst>
            </a:custGeom>
            <a:solidFill>
              <a:schemeClr val="dk1">
                <a:alpha val="2509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1" name="Google Shape;881;p47"/>
          <p:cNvGrpSpPr/>
          <p:nvPr/>
        </p:nvGrpSpPr>
        <p:grpSpPr>
          <a:xfrm>
            <a:off x="7141459" y="1885950"/>
            <a:ext cx="603495" cy="1371596"/>
            <a:chOff x="3724575" y="3497700"/>
            <a:chExt cx="603495" cy="1371596"/>
          </a:xfrm>
        </p:grpSpPr>
        <p:sp>
          <p:nvSpPr>
            <p:cNvPr id="882" name="Google Shape;882;p47"/>
            <p:cNvSpPr/>
            <p:nvPr/>
          </p:nvSpPr>
          <p:spPr>
            <a:xfrm>
              <a:off x="3724575" y="3497700"/>
              <a:ext cx="603495" cy="1371596"/>
            </a:xfrm>
            <a:custGeom>
              <a:rect b="b" l="l" r="r" t="t"/>
              <a:pathLst>
                <a:path extrusionOk="0" h="16415" w="7221">
                  <a:moveTo>
                    <a:pt x="5488" y="16414"/>
                  </a:moveTo>
                  <a:lnTo>
                    <a:pt x="1732" y="16414"/>
                  </a:lnTo>
                  <a:cubicBezTo>
                    <a:pt x="781" y="16414"/>
                    <a:pt x="1" y="15634"/>
                    <a:pt x="1" y="14683"/>
                  </a:cubicBezTo>
                  <a:lnTo>
                    <a:pt x="1" y="5537"/>
                  </a:lnTo>
                  <a:cubicBezTo>
                    <a:pt x="1" y="5073"/>
                    <a:pt x="196" y="4634"/>
                    <a:pt x="513" y="4317"/>
                  </a:cubicBezTo>
                  <a:cubicBezTo>
                    <a:pt x="757" y="4073"/>
                    <a:pt x="1050" y="3902"/>
                    <a:pt x="1367" y="3829"/>
                  </a:cubicBezTo>
                  <a:lnTo>
                    <a:pt x="1367" y="781"/>
                  </a:lnTo>
                  <a:cubicBezTo>
                    <a:pt x="1367" y="585"/>
                    <a:pt x="1440" y="366"/>
                    <a:pt x="1610" y="220"/>
                  </a:cubicBezTo>
                  <a:cubicBezTo>
                    <a:pt x="1757" y="73"/>
                    <a:pt x="1952" y="0"/>
                    <a:pt x="2147" y="0"/>
                  </a:cubicBezTo>
                  <a:lnTo>
                    <a:pt x="5074" y="0"/>
                  </a:lnTo>
                  <a:cubicBezTo>
                    <a:pt x="5513" y="0"/>
                    <a:pt x="5854" y="342"/>
                    <a:pt x="5854" y="781"/>
                  </a:cubicBezTo>
                  <a:lnTo>
                    <a:pt x="5854" y="3829"/>
                  </a:lnTo>
                  <a:cubicBezTo>
                    <a:pt x="6659" y="4024"/>
                    <a:pt x="7220" y="4732"/>
                    <a:pt x="7220" y="5537"/>
                  </a:cubicBezTo>
                  <a:lnTo>
                    <a:pt x="7220" y="14683"/>
                  </a:lnTo>
                  <a:cubicBezTo>
                    <a:pt x="7220" y="15634"/>
                    <a:pt x="6440" y="16414"/>
                    <a:pt x="5488" y="1641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7"/>
            <p:cNvSpPr/>
            <p:nvPr/>
          </p:nvSpPr>
          <p:spPr>
            <a:xfrm>
              <a:off x="3757170" y="3848221"/>
              <a:ext cx="538223" cy="988485"/>
            </a:xfrm>
            <a:custGeom>
              <a:rect b="b" l="l" r="r" t="t"/>
              <a:pathLst>
                <a:path extrusionOk="0" h="11830" w="6440">
                  <a:moveTo>
                    <a:pt x="5098" y="0"/>
                  </a:moveTo>
                  <a:lnTo>
                    <a:pt x="1342" y="0"/>
                  </a:lnTo>
                  <a:cubicBezTo>
                    <a:pt x="611" y="0"/>
                    <a:pt x="1" y="610"/>
                    <a:pt x="1" y="1342"/>
                  </a:cubicBezTo>
                  <a:lnTo>
                    <a:pt x="1" y="10488"/>
                  </a:lnTo>
                  <a:cubicBezTo>
                    <a:pt x="1" y="11219"/>
                    <a:pt x="611" y="11829"/>
                    <a:pt x="1342" y="11829"/>
                  </a:cubicBezTo>
                  <a:lnTo>
                    <a:pt x="5098" y="11829"/>
                  </a:lnTo>
                  <a:cubicBezTo>
                    <a:pt x="5830" y="11829"/>
                    <a:pt x="6440" y="11219"/>
                    <a:pt x="6440" y="10488"/>
                  </a:cubicBezTo>
                  <a:lnTo>
                    <a:pt x="6440" y="1342"/>
                  </a:lnTo>
                  <a:cubicBezTo>
                    <a:pt x="6440" y="610"/>
                    <a:pt x="5830" y="0"/>
                    <a:pt x="50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7"/>
            <p:cNvSpPr/>
            <p:nvPr/>
          </p:nvSpPr>
          <p:spPr>
            <a:xfrm>
              <a:off x="3816342" y="4047922"/>
              <a:ext cx="38779" cy="654255"/>
            </a:xfrm>
            <a:custGeom>
              <a:rect b="b" l="l" r="r" t="t"/>
              <a:pathLst>
                <a:path extrusionOk="0" h="7830" w="464">
                  <a:moveTo>
                    <a:pt x="439" y="7610"/>
                  </a:moveTo>
                  <a:cubicBezTo>
                    <a:pt x="464" y="7829"/>
                    <a:pt x="0" y="7829"/>
                    <a:pt x="25" y="7610"/>
                  </a:cubicBezTo>
                  <a:lnTo>
                    <a:pt x="25" y="1781"/>
                  </a:lnTo>
                  <a:cubicBezTo>
                    <a:pt x="0" y="1561"/>
                    <a:pt x="464" y="1561"/>
                    <a:pt x="439" y="1781"/>
                  </a:cubicBezTo>
                  <a:close/>
                  <a:moveTo>
                    <a:pt x="439" y="732"/>
                  </a:moveTo>
                  <a:cubicBezTo>
                    <a:pt x="415" y="952"/>
                    <a:pt x="73" y="952"/>
                    <a:pt x="25" y="732"/>
                  </a:cubicBezTo>
                  <a:lnTo>
                    <a:pt x="25" y="220"/>
                  </a:lnTo>
                  <a:cubicBezTo>
                    <a:pt x="0" y="0"/>
                    <a:pt x="464" y="0"/>
                    <a:pt x="439" y="22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7"/>
            <p:cNvSpPr/>
            <p:nvPr/>
          </p:nvSpPr>
          <p:spPr>
            <a:xfrm>
              <a:off x="3724575" y="3497700"/>
              <a:ext cx="603495" cy="1371596"/>
            </a:xfrm>
            <a:custGeom>
              <a:rect b="b" l="l" r="r" t="t"/>
              <a:pathLst>
                <a:path extrusionOk="0" h="16415" w="7221">
                  <a:moveTo>
                    <a:pt x="3171" y="2293"/>
                  </a:moveTo>
                  <a:lnTo>
                    <a:pt x="2415" y="2293"/>
                  </a:lnTo>
                  <a:cubicBezTo>
                    <a:pt x="2342" y="2293"/>
                    <a:pt x="2269" y="2220"/>
                    <a:pt x="2269" y="2146"/>
                  </a:cubicBezTo>
                  <a:lnTo>
                    <a:pt x="2269" y="1293"/>
                  </a:lnTo>
                  <a:cubicBezTo>
                    <a:pt x="2269" y="1195"/>
                    <a:pt x="2342" y="1146"/>
                    <a:pt x="2415" y="1146"/>
                  </a:cubicBezTo>
                  <a:lnTo>
                    <a:pt x="3171" y="1146"/>
                  </a:lnTo>
                  <a:cubicBezTo>
                    <a:pt x="3245" y="1146"/>
                    <a:pt x="3318" y="1195"/>
                    <a:pt x="3318" y="1293"/>
                  </a:cubicBezTo>
                  <a:lnTo>
                    <a:pt x="3318" y="2146"/>
                  </a:lnTo>
                  <a:cubicBezTo>
                    <a:pt x="3318" y="2220"/>
                    <a:pt x="3245" y="2293"/>
                    <a:pt x="3171" y="2293"/>
                  </a:cubicBezTo>
                  <a:close/>
                  <a:moveTo>
                    <a:pt x="5488" y="16414"/>
                  </a:moveTo>
                  <a:cubicBezTo>
                    <a:pt x="6440" y="16414"/>
                    <a:pt x="7220" y="15634"/>
                    <a:pt x="7220" y="14683"/>
                  </a:cubicBezTo>
                  <a:lnTo>
                    <a:pt x="7220" y="5537"/>
                  </a:lnTo>
                  <a:cubicBezTo>
                    <a:pt x="7220" y="4707"/>
                    <a:pt x="6659" y="4000"/>
                    <a:pt x="5854" y="3829"/>
                  </a:cubicBezTo>
                  <a:lnTo>
                    <a:pt x="5854" y="781"/>
                  </a:lnTo>
                  <a:cubicBezTo>
                    <a:pt x="5854" y="342"/>
                    <a:pt x="5513" y="0"/>
                    <a:pt x="5074" y="0"/>
                  </a:cubicBezTo>
                  <a:lnTo>
                    <a:pt x="2147" y="0"/>
                  </a:lnTo>
                  <a:cubicBezTo>
                    <a:pt x="1952" y="0"/>
                    <a:pt x="1732" y="73"/>
                    <a:pt x="1586" y="220"/>
                  </a:cubicBezTo>
                  <a:cubicBezTo>
                    <a:pt x="1440" y="366"/>
                    <a:pt x="1367" y="561"/>
                    <a:pt x="1367" y="781"/>
                  </a:cubicBezTo>
                  <a:lnTo>
                    <a:pt x="1367" y="3829"/>
                  </a:lnTo>
                  <a:cubicBezTo>
                    <a:pt x="1050" y="3902"/>
                    <a:pt x="757" y="4073"/>
                    <a:pt x="513" y="4293"/>
                  </a:cubicBezTo>
                  <a:cubicBezTo>
                    <a:pt x="196" y="4610"/>
                    <a:pt x="1" y="5049"/>
                    <a:pt x="1" y="5512"/>
                  </a:cubicBezTo>
                  <a:lnTo>
                    <a:pt x="1" y="14658"/>
                  </a:lnTo>
                  <a:cubicBezTo>
                    <a:pt x="1" y="15634"/>
                    <a:pt x="781" y="16414"/>
                    <a:pt x="1732" y="16414"/>
                  </a:cubicBezTo>
                  <a:close/>
                  <a:moveTo>
                    <a:pt x="1757" y="3805"/>
                  </a:moveTo>
                  <a:lnTo>
                    <a:pt x="5464" y="3805"/>
                  </a:lnTo>
                  <a:lnTo>
                    <a:pt x="5464" y="781"/>
                  </a:lnTo>
                  <a:cubicBezTo>
                    <a:pt x="5464" y="683"/>
                    <a:pt x="5415" y="585"/>
                    <a:pt x="5342" y="512"/>
                  </a:cubicBezTo>
                  <a:cubicBezTo>
                    <a:pt x="5269" y="439"/>
                    <a:pt x="5171" y="390"/>
                    <a:pt x="5074" y="390"/>
                  </a:cubicBezTo>
                  <a:lnTo>
                    <a:pt x="2147" y="390"/>
                  </a:lnTo>
                  <a:cubicBezTo>
                    <a:pt x="1928" y="390"/>
                    <a:pt x="1757" y="561"/>
                    <a:pt x="1757" y="781"/>
                  </a:cubicBezTo>
                  <a:close/>
                  <a:moveTo>
                    <a:pt x="1732" y="16024"/>
                  </a:moveTo>
                  <a:cubicBezTo>
                    <a:pt x="1001" y="16024"/>
                    <a:pt x="391" y="15414"/>
                    <a:pt x="391" y="14683"/>
                  </a:cubicBezTo>
                  <a:lnTo>
                    <a:pt x="391" y="5537"/>
                  </a:lnTo>
                  <a:cubicBezTo>
                    <a:pt x="391" y="4780"/>
                    <a:pt x="1001" y="4195"/>
                    <a:pt x="1732" y="4195"/>
                  </a:cubicBezTo>
                  <a:lnTo>
                    <a:pt x="5488" y="4195"/>
                  </a:lnTo>
                  <a:cubicBezTo>
                    <a:pt x="6220" y="4195"/>
                    <a:pt x="6830" y="4780"/>
                    <a:pt x="6830" y="5537"/>
                  </a:cubicBezTo>
                  <a:lnTo>
                    <a:pt x="6830" y="14683"/>
                  </a:lnTo>
                  <a:cubicBezTo>
                    <a:pt x="6830" y="15414"/>
                    <a:pt x="6220" y="16024"/>
                    <a:pt x="5488" y="16024"/>
                  </a:cubicBezTo>
                  <a:close/>
                  <a:moveTo>
                    <a:pt x="4781" y="2293"/>
                  </a:moveTo>
                  <a:lnTo>
                    <a:pt x="4074" y="2293"/>
                  </a:lnTo>
                  <a:cubicBezTo>
                    <a:pt x="3976" y="2293"/>
                    <a:pt x="3928" y="2220"/>
                    <a:pt x="3928" y="2146"/>
                  </a:cubicBezTo>
                  <a:lnTo>
                    <a:pt x="3928" y="1293"/>
                  </a:lnTo>
                  <a:cubicBezTo>
                    <a:pt x="3903" y="1220"/>
                    <a:pt x="3976" y="1146"/>
                    <a:pt x="4074" y="1146"/>
                  </a:cubicBezTo>
                  <a:lnTo>
                    <a:pt x="4781" y="1146"/>
                  </a:lnTo>
                  <a:cubicBezTo>
                    <a:pt x="4879" y="1146"/>
                    <a:pt x="4952" y="1220"/>
                    <a:pt x="4952" y="1293"/>
                  </a:cubicBezTo>
                  <a:lnTo>
                    <a:pt x="4952" y="2122"/>
                  </a:lnTo>
                  <a:cubicBezTo>
                    <a:pt x="4952" y="2220"/>
                    <a:pt x="4879" y="2293"/>
                    <a:pt x="4781" y="2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7"/>
            <p:cNvSpPr/>
            <p:nvPr/>
          </p:nvSpPr>
          <p:spPr>
            <a:xfrm>
              <a:off x="3871336" y="3530287"/>
              <a:ext cx="309980" cy="285349"/>
            </a:xfrm>
            <a:custGeom>
              <a:rect b="b" l="l" r="r" t="t"/>
              <a:pathLst>
                <a:path extrusionOk="0" h="3415" w="3709">
                  <a:moveTo>
                    <a:pt x="1" y="3415"/>
                  </a:moveTo>
                  <a:lnTo>
                    <a:pt x="3708" y="3415"/>
                  </a:lnTo>
                  <a:lnTo>
                    <a:pt x="3708" y="391"/>
                  </a:lnTo>
                  <a:cubicBezTo>
                    <a:pt x="3708" y="293"/>
                    <a:pt x="3659" y="195"/>
                    <a:pt x="3586" y="122"/>
                  </a:cubicBezTo>
                  <a:cubicBezTo>
                    <a:pt x="3513" y="49"/>
                    <a:pt x="3415" y="0"/>
                    <a:pt x="3318" y="0"/>
                  </a:cubicBezTo>
                  <a:lnTo>
                    <a:pt x="391" y="0"/>
                  </a:lnTo>
                  <a:cubicBezTo>
                    <a:pt x="172" y="0"/>
                    <a:pt x="1" y="171"/>
                    <a:pt x="1" y="391"/>
                  </a:cubicBezTo>
                  <a:close/>
                  <a:moveTo>
                    <a:pt x="1415" y="1903"/>
                  </a:moveTo>
                  <a:lnTo>
                    <a:pt x="659" y="1903"/>
                  </a:lnTo>
                  <a:cubicBezTo>
                    <a:pt x="586" y="1903"/>
                    <a:pt x="513" y="1830"/>
                    <a:pt x="513" y="1756"/>
                  </a:cubicBezTo>
                  <a:lnTo>
                    <a:pt x="513" y="903"/>
                  </a:lnTo>
                  <a:cubicBezTo>
                    <a:pt x="513" y="805"/>
                    <a:pt x="586" y="756"/>
                    <a:pt x="659" y="756"/>
                  </a:cubicBezTo>
                  <a:lnTo>
                    <a:pt x="1415" y="756"/>
                  </a:lnTo>
                  <a:cubicBezTo>
                    <a:pt x="1489" y="756"/>
                    <a:pt x="1562" y="805"/>
                    <a:pt x="1562" y="903"/>
                  </a:cubicBezTo>
                  <a:lnTo>
                    <a:pt x="1562" y="1756"/>
                  </a:lnTo>
                  <a:cubicBezTo>
                    <a:pt x="1562" y="1830"/>
                    <a:pt x="1489" y="1903"/>
                    <a:pt x="1415" y="1903"/>
                  </a:cubicBezTo>
                  <a:close/>
                  <a:moveTo>
                    <a:pt x="3025" y="1903"/>
                  </a:moveTo>
                  <a:lnTo>
                    <a:pt x="2318" y="1903"/>
                  </a:lnTo>
                  <a:cubicBezTo>
                    <a:pt x="2220" y="1903"/>
                    <a:pt x="2147" y="1830"/>
                    <a:pt x="2147" y="1732"/>
                  </a:cubicBezTo>
                  <a:lnTo>
                    <a:pt x="2147" y="903"/>
                  </a:lnTo>
                  <a:cubicBezTo>
                    <a:pt x="2147" y="830"/>
                    <a:pt x="2220" y="756"/>
                    <a:pt x="2318" y="756"/>
                  </a:cubicBezTo>
                  <a:lnTo>
                    <a:pt x="3025" y="756"/>
                  </a:lnTo>
                  <a:cubicBezTo>
                    <a:pt x="3123" y="756"/>
                    <a:pt x="3196" y="830"/>
                    <a:pt x="3196" y="903"/>
                  </a:cubicBezTo>
                  <a:lnTo>
                    <a:pt x="3196" y="1732"/>
                  </a:lnTo>
                  <a:cubicBezTo>
                    <a:pt x="3196" y="1830"/>
                    <a:pt x="3123" y="1903"/>
                    <a:pt x="3025" y="1903"/>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7"/>
            <p:cNvSpPr/>
            <p:nvPr/>
          </p:nvSpPr>
          <p:spPr>
            <a:xfrm>
              <a:off x="3775557" y="3848221"/>
              <a:ext cx="519836" cy="988485"/>
            </a:xfrm>
            <a:custGeom>
              <a:rect b="b" l="l" r="r" t="t"/>
              <a:pathLst>
                <a:path extrusionOk="0" h="11830" w="6220">
                  <a:moveTo>
                    <a:pt x="5074" y="707"/>
                  </a:moveTo>
                  <a:lnTo>
                    <a:pt x="5074" y="9854"/>
                  </a:lnTo>
                  <a:cubicBezTo>
                    <a:pt x="5074" y="10585"/>
                    <a:pt x="4464" y="11195"/>
                    <a:pt x="3732" y="11195"/>
                  </a:cubicBezTo>
                  <a:lnTo>
                    <a:pt x="1" y="11195"/>
                  </a:lnTo>
                  <a:cubicBezTo>
                    <a:pt x="49" y="11293"/>
                    <a:pt x="122" y="11366"/>
                    <a:pt x="196" y="11439"/>
                  </a:cubicBezTo>
                  <a:cubicBezTo>
                    <a:pt x="440" y="11683"/>
                    <a:pt x="781" y="11829"/>
                    <a:pt x="1122" y="11829"/>
                  </a:cubicBezTo>
                  <a:lnTo>
                    <a:pt x="4878" y="11829"/>
                  </a:lnTo>
                  <a:cubicBezTo>
                    <a:pt x="5610" y="11829"/>
                    <a:pt x="6220" y="11219"/>
                    <a:pt x="6220" y="10488"/>
                  </a:cubicBezTo>
                  <a:lnTo>
                    <a:pt x="6220" y="1342"/>
                  </a:lnTo>
                  <a:cubicBezTo>
                    <a:pt x="6220" y="610"/>
                    <a:pt x="5610" y="0"/>
                    <a:pt x="4878" y="0"/>
                  </a:cubicBezTo>
                  <a:lnTo>
                    <a:pt x="4878" y="0"/>
                  </a:lnTo>
                  <a:cubicBezTo>
                    <a:pt x="5000" y="220"/>
                    <a:pt x="5074" y="464"/>
                    <a:pt x="5074" y="707"/>
                  </a:cubicBezTo>
                  <a:close/>
                </a:path>
              </a:pathLst>
            </a:custGeom>
            <a:solidFill>
              <a:schemeClr val="dk1">
                <a:alpha val="2509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oft Colors UI Design for Agencies Blue Variant by Slidesgo">
  <a:themeElements>
    <a:clrScheme name="Simple Light">
      <a:dk1>
        <a:srgbClr val="000000"/>
      </a:dk1>
      <a:lt1>
        <a:srgbClr val="E1EFF3"/>
      </a:lt1>
      <a:dk2>
        <a:srgbClr val="B9CAD1"/>
      </a:dk2>
      <a:lt2>
        <a:srgbClr val="CDE9BE"/>
      </a:lt2>
      <a:accent1>
        <a:srgbClr val="DF855F"/>
      </a:accent1>
      <a:accent2>
        <a:srgbClr val="FAB8E0"/>
      </a:accent2>
      <a:accent3>
        <a:srgbClr val="AFA0D6"/>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